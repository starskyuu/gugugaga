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3a90b54fa6490e" /><Relationship Type="http://schemas.openxmlformats.org/officeDocument/2006/relationships/extended-properties" Target="/docProps/app.xml" Id="R76674e69c8334f01" /><Relationship Type="http://schemas.openxmlformats.org/officeDocument/2006/relationships/officeDocument" Target="/ppt/presentation.xml" Id="R5fef7432dc7d41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7f1bd8f2146b1"/>
  </p:sldMasterIdLst>
  <p:notesMasterIdLst>
    <p:notesMasterId xmlns:r="http://schemas.openxmlformats.org/officeDocument/2006/relationships" r:id="R2d60fd19f9fe4057"/>
  </p:notesMasterIdLst>
  <p:sldIdLst>
    <p:sldId xmlns:r="http://schemas.openxmlformats.org/officeDocument/2006/relationships" id="256" r:id="Ra0e3984be6604c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24e94fc79d486d" /><Relationship Type="http://schemas.openxmlformats.org/officeDocument/2006/relationships/slideMaster" Target="/ppt/slideMasters/slideMaster1.xml" Id="R1ce7f1bd8f2146b1" /><Relationship Type="http://schemas.openxmlformats.org/officeDocument/2006/relationships/notesMaster" Target="/ppt/notesMasters/notesMaster1.xml" Id="R2d60fd19f9fe4057" /><Relationship Type="http://schemas.openxmlformats.org/officeDocument/2006/relationships/presProps" Target="/ppt/presProps.xml" Id="R8d18525b052c4d40" /><Relationship Type="http://schemas.openxmlformats.org/officeDocument/2006/relationships/tableStyles" Target="/ppt/tableStyles.xml" Id="Rb4515ca1f665453f" /><Relationship Type="http://schemas.openxmlformats.org/officeDocument/2006/relationships/slide" Target="/ppt/slides/slide1.xml" Id="Ra0e3984be6604c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c0bbeccb843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4ccbbe66d0435f" /><Relationship Type="http://schemas.openxmlformats.org/officeDocument/2006/relationships/notesMaster" Target="/ppt/notesMasters/notesMaster1.xml" Id="R5a9b4e56db7e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9e14987de47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4eb0c216c944b5" /><Relationship Type="http://schemas.openxmlformats.org/officeDocument/2006/relationships/slideLayout" Target="/ppt/slideLayouts/slideLayout1.xml" Id="R1295d907e87840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95d907e87840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491f093964ba2" /><Relationship Type="http://schemas.openxmlformats.org/officeDocument/2006/relationships/notesSlide" Target="/ppt/notesSlides/notesSlide1.xml" Id="Rba09fd941ac04d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12DE11B-2921-4449-B683-3478C9C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3A0EBED-3682-4255-AC98-06E68857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项目方案梳理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0769C5-73A1-43E9-96E4-F4BA2ABE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GPS + YOLO 轻量目标定位与反馈系统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9336507-E4FF-41C4-88C2-6AE14AC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从视觉识别与坐标输入，到机械响应、通信与高度计算</a:t>
            </a:r>
          </a:p>
        </p:txBody>
      </p:sp>
      <p:sp>
        <p:nvSpPr>
          <p:cNvPr id="5" name="research-support">
            <a:extLst xmlns:a="http://schemas.openxmlformats.org/drawingml/2006/main">
              <a:ext uri="{FF2B5EF4-FFF2-40B4-BE49-F238E27FC236}">
                <a16:creationId xmlns:a16="http://schemas.microsoft.com/office/drawing/2014/main" id="{02D667EC-42A3-467D-B4C7-05F01806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81000" cy="3333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</p:sp>
      <p:sp>
        <p:nvSpPr>
          <p:cNvPr id="6" name="input">
            <a:extLst xmlns:a="http://schemas.openxmlformats.org/drawingml/2006/main">
              <a:ext uri="{FF2B5EF4-FFF2-40B4-BE49-F238E27FC236}">
                <a16:creationId xmlns:a16="http://schemas.microsoft.com/office/drawing/2014/main" id="{334CAA30-83D0-4353-90BF-2E3E61A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1905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</p:sp>
      <p:sp>
        <p:nvSpPr>
          <p:cNvPr id="7" name="hub">
            <a:extLst xmlns:a="http://schemas.openxmlformats.org/drawingml/2006/main">
              <a:ext uri="{FF2B5EF4-FFF2-40B4-BE49-F238E27FC236}">
                <a16:creationId xmlns:a16="http://schemas.microsoft.com/office/drawing/2014/main" id="{969C9FEA-100F-42E0-A34D-DB12603E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2098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</p:sp>
      <p:sp>
        <p:nvSpPr>
          <p:cNvPr id="8" name="screen">
            <a:extLst xmlns:a="http://schemas.openxmlformats.org/drawingml/2006/main">
              <a:ext uri="{FF2B5EF4-FFF2-40B4-BE49-F238E27FC236}">
                <a16:creationId xmlns:a16="http://schemas.microsoft.com/office/drawing/2014/main" id="{824060DA-42DE-4703-8DD0-24B005CE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209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1906">
            <a:solidFill>
              <a:srgbClr val="98A2B3"/>
            </a:solidFill>
            <a:prstDash val="solid"/>
          </a:ln>
        </p:spPr>
      </p:sp>
      <p:sp>
        <p:nvSpPr>
          <p:cNvPr id="9" name="mech">
            <a:extLst xmlns:a="http://schemas.openxmlformats.org/drawingml/2006/main">
              <a:ext uri="{FF2B5EF4-FFF2-40B4-BE49-F238E27FC236}">
                <a16:creationId xmlns:a16="http://schemas.microsoft.com/office/drawing/2014/main" id="{DCA64C75-D997-4B0E-95A8-9374DD4F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09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1906">
            <a:solidFill>
              <a:srgbClr val="98A2B3"/>
            </a:solidFill>
            <a:prstDash val="solid"/>
          </a:ln>
        </p:spPr>
      </p:sp>
      <p:sp>
        <p:nvSpPr>
          <p:cNvPr id="10" name="comm">
            <a:extLst xmlns:a="http://schemas.openxmlformats.org/drawingml/2006/main">
              <a:ext uri="{FF2B5EF4-FFF2-40B4-BE49-F238E27FC236}">
                <a16:creationId xmlns:a16="http://schemas.microsoft.com/office/drawing/2014/main" id="{CB9B8258-9E87-41C2-A2D0-7AAED2EA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81575"/>
            <a:ext cx="27051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1906">
            <a:solidFill>
              <a:srgbClr val="98A2B3"/>
            </a:solidFill>
            <a:prstDash val="solid"/>
          </a:ln>
        </p:spPr>
      </p:sp>
      <p:sp>
        <p:nvSpPr>
          <p:cNvPr id="11" name="calc">
            <a:extLst xmlns:a="http://schemas.openxmlformats.org/drawingml/2006/main">
              <a:ext uri="{FF2B5EF4-FFF2-40B4-BE49-F238E27FC236}">
                <a16:creationId xmlns:a16="http://schemas.microsoft.com/office/drawing/2014/main" id="{AFCC8EB8-8E24-4308-9034-89B52406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81575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</p: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24200" y="3114675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934200" y="2543175"/>
            <a:ext cx="15430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34200" y="3114675"/>
            <a:ext cx="154305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58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829300" y="3752850"/>
            <a:ext cx="0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81850" y="5362575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6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066800" y="3114675"/>
            <a:ext cx="15240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7085"/>
            </a:solidFill>
            <a:prstDash val="dash"/>
            <a:headEnd type="none" w="med" len="med"/>
          </a:ln>
        </p:spPr>
      </p:cxnSp>
      <p:cxnSp>
        <p:nvCxnSpPr>
          <p:cNvPr id="6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066800" y="3114675"/>
            <a:ext cx="3657600" cy="981075"/>
          </a:xfrm>
          <a:prstGeom xmlns:a="http://schemas.openxmlformats.org/drawingml/2006/main" prst="bentConnector3">
            <a:avLst>
              <a:gd name="adj1" fmla="val 93750"/>
            </a:avLst>
          </a:prstGeom>
          <a:ln xmlns:a="http://schemas.openxmlformats.org/drawingml/2006/main" w="14288">
            <a:solidFill>
              <a:srgbClr val="667085"/>
            </a:solidFill>
            <a:prstDash val="dash"/>
            <a:headEnd type="none" w="med" len="med"/>
          </a:ln>
        </p:spPr>
      </p:cxnSp>
      <p:cxnSp>
        <p:nvCxnSpPr>
          <p:cNvPr id="6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1066800" y="3800475"/>
            <a:ext cx="7410450" cy="295275"/>
          </a:xfrm>
          <a:prstGeom xmlns:a="http://schemas.openxmlformats.org/drawingml/2006/main" prst="bentConnector3">
            <a:avLst>
              <a:gd name="adj1" fmla="val 96915"/>
            </a:avLst>
          </a:prstGeom>
          <a:ln xmlns:a="http://schemas.openxmlformats.org/drawingml/2006/main" w="14288">
            <a:solidFill>
              <a:srgbClr val="667085"/>
            </a:solidFill>
            <a:prstDash val="dash"/>
            <a:headEnd type="none" w="med" len="med"/>
          </a:ln>
        </p:spPr>
      </p:cxnSp>
      <p:cxnSp>
        <p:nvCxnSpPr>
          <p:cNvPr id="63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66800" y="4095750"/>
            <a:ext cx="3409950" cy="1266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67085"/>
            </a:solidFill>
            <a:prstDash val="dash"/>
            <a:headEnd type="none" w="med" len="med"/>
          </a:ln>
        </p:spPr>
      </p:cxnSp>
      <p:cxnSp>
        <p:nvCxnSpPr>
          <p:cNvPr id="64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66800" y="4095750"/>
            <a:ext cx="7267575" cy="1266825"/>
          </a:xfrm>
          <a:prstGeom xmlns:a="http://schemas.openxmlformats.org/drawingml/2006/main" prst="bentConnector3">
            <a:avLst>
              <a:gd name="adj1" fmla="val 96855"/>
            </a:avLst>
          </a:prstGeom>
          <a:ln xmlns:a="http://schemas.openxmlformats.org/drawingml/2006/main" w="14288">
            <a:solidFill>
              <a:srgbClr val="667085"/>
            </a:solidFill>
            <a:prstDash val="dash"/>
            <a:headEnd type="none" w="med" len="med"/>
          </a:ln>
        </p:spPr>
      </p:cxnSp>
      <p:sp>
        <p:nvSpPr>
          <p:cNvPr id="22" name="research-text">
            <a:extLst xmlns:a="http://schemas.openxmlformats.org/drawingml/2006/main">
              <a:ext uri="{FF2B5EF4-FFF2-40B4-BE49-F238E27FC236}">
                <a16:creationId xmlns:a16="http://schemas.microsoft.com/office/drawing/2014/main" id="{746D3804-BC9F-4DF3-99E1-B36E7DF7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04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5CD3"/>
                </a:solidFill>
              </a:defRPr>
            </a:pPr>
            <a:r>
              <a:rPr sz="1575" b="1">
                <a:solidFill>
                  <a:srgbClr val="175CD3"/>
                </a:solidFill>
              </a:rPr>
              <a:t>文</a:t>
            </a:r>
          </a:p>
          <a:p xmlns:a="http://schemas.openxmlformats.org/drawingml/2006/main">
            <a:pPr algn="ctr">
              <a:defRPr sz="1575" b="1">
                <a:solidFill>
                  <a:srgbClr val="175CD3"/>
                </a:solidFill>
              </a:defRPr>
            </a:pPr>
            <a:r>
              <a:rPr sz="1575" b="1">
                <a:solidFill>
                  <a:srgbClr val="175CD3"/>
                </a:solidFill>
              </a:rPr>
              <a:t>献</a:t>
            </a:r>
          </a:p>
          <a:p xmlns:a="http://schemas.openxmlformats.org/drawingml/2006/main">
            <a:pPr algn="ctr">
              <a:defRPr sz="1575" b="1">
                <a:solidFill>
                  <a:srgbClr val="175CD3"/>
                </a:solidFill>
              </a:defRPr>
            </a:pPr>
            <a:r>
              <a:rPr sz="1575" b="1">
                <a:solidFill>
                  <a:srgbClr val="175CD3"/>
                </a:solidFill>
              </a:rPr>
              <a:t>调</a:t>
            </a:r>
          </a:p>
          <a:p xmlns:a="http://schemas.openxmlformats.org/drawingml/2006/main">
            <a:pPr algn="ctr">
              <a:defRPr sz="1575" b="1">
                <a:solidFill>
                  <a:srgbClr val="175CD3"/>
                </a:solidFill>
              </a:defRPr>
            </a:pPr>
            <a:r>
              <a:rPr sz="1575" b="1">
                <a:solidFill>
                  <a:srgbClr val="175CD3"/>
                </a:solidFill>
              </a:rPr>
              <a:t>研</a:t>
            </a:r>
          </a:p>
        </p:txBody>
      </p:sp>
      <p:sp>
        <p:nvSpPr>
          <p:cNvPr id="23" name="research-caption">
            <a:extLst xmlns:a="http://schemas.openxmlformats.org/drawingml/2006/main">
              <a:ext uri="{FF2B5EF4-FFF2-40B4-BE49-F238E27FC236}">
                <a16:creationId xmlns:a16="http://schemas.microsoft.com/office/drawing/2014/main" id="{4DEEEF1F-E396-467F-B647-5AA7DA12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33950"/>
            <a:ext cx="323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理论</a:t>
            </a:r>
          </a:p>
          <a:p xmlns:a="http://schemas.openxmlformats.org/drawingml/2006/main">
            <a:pPr algn="ct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依据</a:t>
            </a:r>
          </a:p>
        </p:txBody>
      </p:sp>
      <p:sp>
        <p:nvSpPr>
          <p:cNvPr id="2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2C065237-DD18-41F6-8C62-4065036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输入层</a:t>
            </a:r>
          </a:p>
        </p:txBody>
      </p:sp>
      <p:sp>
        <p:nvSpPr>
          <p:cNvPr id="25" name="input-main">
            <a:extLst xmlns:a="http://schemas.openxmlformats.org/drawingml/2006/main">
              <a:ext uri="{FF2B5EF4-FFF2-40B4-BE49-F238E27FC236}">
                <a16:creationId xmlns:a16="http://schemas.microsoft.com/office/drawing/2014/main" id="{2A027CDB-F971-47ED-A442-8BC5A180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813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GPS 模块 + YOLO</a:t>
            </a:r>
          </a:p>
        </p:txBody>
      </p:sp>
      <p:sp>
        <p:nvSpPr>
          <p:cNvPr id="26" name="input-note">
            <a:extLst xmlns:a="http://schemas.openxmlformats.org/drawingml/2006/main">
              <a:ext uri="{FF2B5EF4-FFF2-40B4-BE49-F238E27FC236}">
                <a16:creationId xmlns:a16="http://schemas.microsoft.com/office/drawing/2014/main" id="{80461137-89EE-407D-AA68-B7026215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861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每帧目标识别 / 坐标</a:t>
            </a:r>
          </a:p>
        </p:txBody>
      </p:sp>
      <p:sp>
        <p:nvSpPr>
          <p:cNvPr id="27" name="hub-title">
            <a:extLst xmlns:a="http://schemas.openxmlformats.org/drawingml/2006/main">
              <a:ext uri="{FF2B5EF4-FFF2-40B4-BE49-F238E27FC236}">
                <a16:creationId xmlns:a16="http://schemas.microsoft.com/office/drawing/2014/main" id="{81967457-9A55-4218-BA68-08A5E4DB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ESP32 协调控制</a:t>
            </a:r>
          </a:p>
        </p:txBody>
      </p:sp>
      <p:sp>
        <p:nvSpPr>
          <p:cNvPr id="28" name="hub-note">
            <a:extLst xmlns:a="http://schemas.openxmlformats.org/drawingml/2006/main">
              <a:ext uri="{FF2B5EF4-FFF2-40B4-BE49-F238E27FC236}">
                <a16:creationId xmlns:a16="http://schemas.microsoft.com/office/drawing/2014/main" id="{BA2F5076-A7C2-45F4-87E8-CDA55041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765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接收坐标系</a:t>
            </a:r>
          </a:p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联动 GPIO / 执行单元</a:t>
            </a:r>
          </a:p>
        </p:txBody>
      </p:sp>
      <p:sp>
        <p:nvSpPr>
          <p:cNvPr id="29" name="hub-chip">
            <a:extLst xmlns:a="http://schemas.openxmlformats.org/drawingml/2006/main">
              <a:ext uri="{FF2B5EF4-FFF2-40B4-BE49-F238E27FC236}">
                <a16:creationId xmlns:a16="http://schemas.microsoft.com/office/drawing/2014/main" id="{888C198B-0D77-4C94-8BDB-B6F03508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控制与转发枢纽</a:t>
            </a:r>
          </a:p>
        </p:txBody>
      </p:sp>
      <p:sp>
        <p:nvSpPr>
          <p:cNvPr id="30" name="display-title">
            <a:extLst xmlns:a="http://schemas.openxmlformats.org/drawingml/2006/main">
              <a:ext uri="{FF2B5EF4-FFF2-40B4-BE49-F238E27FC236}">
                <a16:creationId xmlns:a16="http://schemas.microsoft.com/office/drawing/2014/main" id="{876DECE0-0B2A-4371-8681-73F3307E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屏幕显示</a:t>
            </a:r>
          </a:p>
        </p:txBody>
      </p:sp>
      <p:sp>
        <p:nvSpPr>
          <p:cNvPr id="31" name="display-note">
            <a:extLst xmlns:a="http://schemas.openxmlformats.org/drawingml/2006/main">
              <a:ext uri="{FF2B5EF4-FFF2-40B4-BE49-F238E27FC236}">
                <a16:creationId xmlns:a16="http://schemas.microsoft.com/office/drawing/2014/main" id="{BFBA124F-FA45-4670-9D4E-6B13D0E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目标状态与坐标</a:t>
            </a:r>
          </a:p>
        </p:txBody>
      </p:sp>
      <p:sp>
        <p:nvSpPr>
          <p:cNvPr id="32" name="mech-title">
            <a:extLst xmlns:a="http://schemas.openxmlformats.org/drawingml/2006/main">
              <a:ext uri="{FF2B5EF4-FFF2-40B4-BE49-F238E27FC236}">
                <a16:creationId xmlns:a16="http://schemas.microsoft.com/office/drawing/2014/main" id="{ECD8CC9C-ED7D-4654-8138-C3BB2657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242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机械结构</a:t>
            </a:r>
          </a:p>
        </p:txBody>
      </p:sp>
      <p:sp>
        <p:nvSpPr>
          <p:cNvPr id="33" name="mech-note">
            <a:extLst xmlns:a="http://schemas.openxmlformats.org/drawingml/2006/main">
              <a:ext uri="{FF2B5EF4-FFF2-40B4-BE49-F238E27FC236}">
                <a16:creationId xmlns:a16="http://schemas.microsoft.com/office/drawing/2014/main" id="{DC530D33-2A99-43E4-BE8C-4564EE96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90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执行机构 → 高塔</a:t>
            </a:r>
          </a:p>
        </p:txBody>
      </p:sp>
      <p:sp>
        <p:nvSpPr>
          <p:cNvPr id="34" name="comm-title">
            <a:extLst xmlns:a="http://schemas.openxmlformats.org/drawingml/2006/main">
              <a:ext uri="{FF2B5EF4-FFF2-40B4-BE49-F238E27FC236}">
                <a16:creationId xmlns:a16="http://schemas.microsoft.com/office/drawing/2014/main" id="{F7CA90EC-7FBE-43E4-B500-B36FE126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33975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通信：ESP32 mini ↔ 树莓派</a:t>
            </a:r>
          </a:p>
        </p:txBody>
      </p:sp>
      <p:sp>
        <p:nvSpPr>
          <p:cNvPr id="35" name="comm-note">
            <a:extLst xmlns:a="http://schemas.openxmlformats.org/drawingml/2006/main">
              <a:ext uri="{FF2B5EF4-FFF2-40B4-BE49-F238E27FC236}">
                <a16:creationId xmlns:a16="http://schemas.microsoft.com/office/drawing/2014/main" id="{90773654-786F-49FB-8890-F00D579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19725"/>
            <a:ext cx="1847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Wi‑Fi 数据交互</a:t>
            </a:r>
          </a:p>
        </p:txBody>
      </p:sp>
      <p:sp>
        <p:nvSpPr>
          <p:cNvPr id="36" name="calc-title">
            <a:extLst xmlns:a="http://schemas.openxmlformats.org/drawingml/2006/main">
              <a:ext uri="{FF2B5EF4-FFF2-40B4-BE49-F238E27FC236}">
                <a16:creationId xmlns:a16="http://schemas.microsoft.com/office/drawing/2014/main" id="{D2E7A73C-4AA1-472A-BD26-B051108B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339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训练与计算：YOLO + 余弦法</a:t>
            </a:r>
          </a:p>
        </p:txBody>
      </p:sp>
      <p:sp>
        <p:nvSpPr>
          <p:cNvPr id="37" name="calc-note">
            <a:extLst xmlns:a="http://schemas.openxmlformats.org/drawingml/2006/main">
              <a:ext uri="{FF2B5EF4-FFF2-40B4-BE49-F238E27FC236}">
                <a16:creationId xmlns:a16="http://schemas.microsoft.com/office/drawing/2014/main" id="{6CD7F474-7DE8-49F3-93C8-FFD8C015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9725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目标小人数据集 → 计算高度</a:t>
            </a:r>
          </a:p>
        </p:txBody>
      </p:sp>
      <p:sp>
        <p:nvSpPr>
          <p:cNvPr id="38" name="input-header">
            <a:extLst xmlns:a="http://schemas.openxmlformats.org/drawingml/2006/main">
              <a:ext uri="{FF2B5EF4-FFF2-40B4-BE49-F238E27FC236}">
                <a16:creationId xmlns:a16="http://schemas.microsoft.com/office/drawing/2014/main" id="{6CCA6CA8-12C7-4DB1-86A1-F321118A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97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01 视觉与定位输入</a:t>
            </a:r>
          </a:p>
        </p:txBody>
      </p:sp>
      <p:sp>
        <p:nvSpPr>
          <p:cNvPr id="39" name="output-header">
            <a:extLst xmlns:a="http://schemas.openxmlformats.org/drawingml/2006/main">
              <a:ext uri="{FF2B5EF4-FFF2-40B4-BE49-F238E27FC236}">
                <a16:creationId xmlns:a16="http://schemas.microsoft.com/office/drawing/2014/main" id="{9999E48B-DDF9-44A6-8A4E-92BD8929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97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03 反馈与执行</a:t>
            </a:r>
          </a:p>
        </p:txBody>
      </p:sp>
      <p:sp>
        <p:nvSpPr>
          <p:cNvPr id="40" name="compute-header">
            <a:extLst xmlns:a="http://schemas.openxmlformats.org/drawingml/2006/main">
              <a:ext uri="{FF2B5EF4-FFF2-40B4-BE49-F238E27FC236}">
                <a16:creationId xmlns:a16="http://schemas.microsoft.com/office/drawing/2014/main" id="{21363935-0E90-490C-948B-76CE6D07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02 通信、训练与计算</a:t>
            </a:r>
          </a:p>
        </p:txBody>
      </p:sp>
      <p:sp>
        <p:nvSpPr>
          <p:cNvPr id="41" name="support-legend">
            <a:extLst xmlns:a="http://schemas.openxmlformats.org/drawingml/2006/main">
              <a:ext uri="{FF2B5EF4-FFF2-40B4-BE49-F238E27FC236}">
                <a16:creationId xmlns:a16="http://schemas.microsoft.com/office/drawing/2014/main" id="{EF48F888-EF3C-4D03-9185-F59039EB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虚线表示：文献调研提供理论与方案依据</a:t>
            </a:r>
          </a:p>
        </p:txBody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641FF01E-BFE9-426A-A6BC-7D9AA3FA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方案概览｜可用于项目汇报与系统设计讨论</a:t>
            </a:r>
          </a:p>
        </p:txBody>
      </p:sp>
      <p:sp>
        <p:nvSpPr>
          <p:cNvPr id="43" name="footer2">
            <a:extLst xmlns:a="http://schemas.openxmlformats.org/drawingml/2006/main">
              <a:ext uri="{FF2B5EF4-FFF2-40B4-BE49-F238E27FC236}">
                <a16:creationId xmlns:a16="http://schemas.microsoft.com/office/drawing/2014/main" id="{47C1D834-D8D8-4874-BB1A-7F963728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43650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GPS · YOLO · ESP32</a:t>
            </a:r>
          </a:p>
        </p:txBody>
      </p:sp>
    </p:spTree>
    <p:extLst>
      <p:ext uri="{BB962C8B-B14F-4D97-AF65-F5344CB8AC3E}">
        <p14:creationId xmlns:p14="http://schemas.microsoft.com/office/powerpoint/2010/main" val="435490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2026-09-03T02:55:26.5180000Z</dcterms:created>
  <dcterms:modified xsi:type="dcterms:W3CDTF">2026-09-03T02:55:26.5180000Z</dcterms:modified>
</coreProperties>
</file>