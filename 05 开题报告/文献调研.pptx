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97" r:id="rId3"/>
  </p:sldIdLst>
  <p:sldSz cx="12192000" cy="6858000"/>
  <p:notesSz cx="7103745" cy="10234295"/>
  <p:embeddedFontLst>
    <p:embeddedFont>
      <p:font typeface="微软雅黑" panose="020B0503020204020204" charset="-122"/>
      <p:regular r:id="rId9"/>
      <p:bold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</p:embeddedFontLst>
  <p:custDataLst>
    <p:tags r:id="rId15"/>
  </p:custDataLst>
  <p:defaultTextStyle>
    <a:defPPr>
      <a:defRPr lang="zh-CN">
        <a:latin typeface="思源黑体"/>
        <a:ea typeface="思源黑体"/>
        <a:cs typeface="思源黑体"/>
      </a:defRPr>
    </a:defPPr>
    <a:lvl1pPr marL="0" algn="l" defTabSz="914400" rtl="0" eaLnBrk="1" latinLnBrk="0" hangingPunct="1">
      <a:defRPr sz="1800" kern="1200">
        <a:solidFill>
          <a:schemeClr val="tx1"/>
        </a:solidFill>
        <a:latin typeface="思源黑体"/>
        <a:ea typeface="思源黑体"/>
        <a:cs typeface="思源黑体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思源黑体"/>
        <a:ea typeface="思源黑体"/>
        <a:cs typeface="思源黑体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思源黑体"/>
        <a:ea typeface="思源黑体"/>
        <a:cs typeface="思源黑体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思源黑体"/>
        <a:ea typeface="思源黑体"/>
        <a:cs typeface="思源黑体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思源黑体"/>
        <a:ea typeface="思源黑体"/>
        <a:cs typeface="思源黑体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思源黑体"/>
        <a:ea typeface="思源黑体"/>
        <a:cs typeface="思源黑体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思源黑体"/>
        <a:ea typeface="思源黑体"/>
        <a:cs typeface="思源黑体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思源黑体"/>
        <a:ea typeface="思源黑体"/>
        <a:cs typeface="思源黑体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思源黑体"/>
        <a:ea typeface="思源黑体"/>
        <a:cs typeface="思源黑体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000" name="张瀚宸_bumyaMf2" initials="authorId_1291355173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0000FF"/>
    <a:srgbClr val="1066D8"/>
    <a:srgbClr val="5092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Relationship Id="rId8" Type="http://schemas.openxmlformats.org/officeDocument/2006/relationships/commentAuthors" Target="commentAuthors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tags" Target="tags/tag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"/>
                <a:ea typeface="思源黑体"/>
                <a:cs typeface="思源黑体"/>
              </a:defRPr>
            </a:lvl1pPr>
          </a:lstStyle>
          <a:p>
            <a:endParaRPr lang="zh-CN" altLang="en-US">
              <a:latin typeface="思源黑体"/>
              <a:ea typeface="思源黑体"/>
              <a:cs typeface="思源黑体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"/>
                <a:ea typeface="思源黑体"/>
                <a:cs typeface="思源黑体"/>
              </a:defRPr>
            </a:lvl1pPr>
          </a:lstStyle>
          <a:p>
            <a:fld id="{D2A48B96-639E-45A3-A0BA-2464DFDB1FAA}" type="datetimeFigureOut">
              <a:rPr lang="zh-CN" altLang="en-US" smtClean="0">
                <a:latin typeface="思源黑体"/>
                <a:ea typeface="思源黑体"/>
                <a:cs typeface="思源黑体"/>
              </a:rPr>
            </a:fld>
            <a:endParaRPr lang="zh-CN" altLang="en-US">
              <a:latin typeface="思源黑体"/>
              <a:ea typeface="思源黑体"/>
              <a:cs typeface="思源黑体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>
              <a:latin typeface="思源黑体"/>
              <a:ea typeface="思源黑体"/>
              <a:cs typeface="思源黑体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>
                <a:latin typeface="思源黑体"/>
                <a:ea typeface="思源黑体"/>
                <a:cs typeface="思源黑体"/>
              </a:rPr>
              <a:t>单击此处编辑母版文本样式</a:t>
            </a:r>
            <a:endParaRPr lang="zh-CN" altLang="en-US" smtClean="0">
              <a:latin typeface="思源黑体"/>
              <a:ea typeface="思源黑体"/>
              <a:cs typeface="思源黑体"/>
            </a:endParaRPr>
          </a:p>
          <a:p>
            <a:pPr lvl="1"/>
            <a:r>
              <a:rPr lang="zh-CN" altLang="en-US" smtClean="0">
                <a:latin typeface="思源黑体"/>
                <a:ea typeface="思源黑体"/>
                <a:cs typeface="思源黑体"/>
              </a:rPr>
              <a:t>第二级</a:t>
            </a:r>
            <a:endParaRPr lang="zh-CN" altLang="en-US" smtClean="0">
              <a:latin typeface="思源黑体"/>
              <a:ea typeface="思源黑体"/>
              <a:cs typeface="思源黑体"/>
            </a:endParaRPr>
          </a:p>
          <a:p>
            <a:pPr lvl="2"/>
            <a:r>
              <a:rPr lang="zh-CN" altLang="en-US" smtClean="0">
                <a:latin typeface="思源黑体"/>
                <a:ea typeface="思源黑体"/>
                <a:cs typeface="思源黑体"/>
              </a:rPr>
              <a:t>第三级</a:t>
            </a:r>
            <a:endParaRPr lang="zh-CN" altLang="en-US" smtClean="0">
              <a:latin typeface="思源黑体"/>
              <a:ea typeface="思源黑体"/>
              <a:cs typeface="思源黑体"/>
            </a:endParaRPr>
          </a:p>
          <a:p>
            <a:pPr lvl="3"/>
            <a:r>
              <a:rPr lang="zh-CN" altLang="en-US" smtClean="0">
                <a:latin typeface="思源黑体"/>
                <a:ea typeface="思源黑体"/>
                <a:cs typeface="思源黑体"/>
              </a:rPr>
              <a:t>第四级</a:t>
            </a:r>
            <a:endParaRPr lang="zh-CN" altLang="en-US" smtClean="0">
              <a:latin typeface="思源黑体"/>
              <a:ea typeface="思源黑体"/>
              <a:cs typeface="思源黑体"/>
            </a:endParaRPr>
          </a:p>
          <a:p>
            <a:pPr lvl="4"/>
            <a:r>
              <a:rPr lang="zh-CN" altLang="en-US" smtClean="0">
                <a:latin typeface="思源黑体"/>
                <a:ea typeface="思源黑体"/>
                <a:cs typeface="思源黑体"/>
              </a:rPr>
              <a:t>第五级</a:t>
            </a:r>
            <a:endParaRPr lang="zh-CN" altLang="en-US">
              <a:latin typeface="思源黑体"/>
              <a:ea typeface="思源黑体"/>
              <a:cs typeface="思源黑体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"/>
                <a:ea typeface="思源黑体"/>
                <a:cs typeface="思源黑体"/>
              </a:defRPr>
            </a:lvl1pPr>
          </a:lstStyle>
          <a:p>
            <a:endParaRPr lang="zh-CN" altLang="en-US">
              <a:latin typeface="思源黑体"/>
              <a:ea typeface="思源黑体"/>
              <a:cs typeface="思源黑体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"/>
                <a:ea typeface="思源黑体"/>
                <a:cs typeface="思源黑体"/>
              </a:defRPr>
            </a:lvl1pPr>
          </a:lstStyle>
          <a:p>
            <a:fld id="{A6837353-30EB-4A48-80EB-173D804AEFBD}" type="slidenum">
              <a:rPr lang="zh-CN" altLang="en-US" smtClean="0">
                <a:latin typeface="思源黑体"/>
                <a:ea typeface="思源黑体"/>
                <a:cs typeface="思源黑体"/>
              </a:rPr>
            </a:fld>
            <a:endParaRPr lang="zh-CN" altLang="en-US">
              <a:latin typeface="思源黑体"/>
              <a:ea typeface="思源黑体"/>
              <a:cs typeface="思源黑体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"/>
        <a:ea typeface="思源黑体"/>
        <a:cs typeface="思源黑体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"/>
        <a:ea typeface="思源黑体"/>
        <a:cs typeface="思源黑体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"/>
        <a:ea typeface="思源黑体"/>
        <a:cs typeface="思源黑体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"/>
        <a:ea typeface="思源黑体"/>
        <a:cs typeface="思源黑体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"/>
        <a:ea typeface="思源黑体"/>
        <a:cs typeface="思源黑体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思源黑体"/>
        <a:ea typeface="思源黑体"/>
        <a:cs typeface="思源黑体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思源黑体"/>
        <a:ea typeface="思源黑体"/>
        <a:cs typeface="思源黑体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思源黑体"/>
        <a:ea typeface="思源黑体"/>
        <a:cs typeface="思源黑体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思源黑体"/>
        <a:ea typeface="思源黑体"/>
        <a:cs typeface="思源黑体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思源黑体"/>
              <a:ea typeface="思源黑体"/>
              <a:cs typeface="思源黑体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1AC29F-167E-408E-8190-566AA8CE9AAE}" type="slidenum">
              <a:rPr lang="zh-CN" altLang="en-US" smtClean="0">
                <a:latin typeface="思源黑体"/>
                <a:ea typeface="思源黑体"/>
                <a:cs typeface="思源黑体"/>
              </a:rPr>
            </a:fld>
            <a:endParaRPr lang="zh-CN" altLang="en-US">
              <a:latin typeface="思源黑体"/>
              <a:ea typeface="思源黑体"/>
              <a:cs typeface="思源黑体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思源黑体"/>
                <a:ea typeface="思源黑体"/>
                <a:cs typeface="思源黑体"/>
              </a:defRPr>
            </a:lvl1pPr>
          </a:lstStyle>
          <a:p>
            <a:r>
              <a:rPr lang="zh-CN" altLang="en-US">
                <a:latin typeface="思源黑体"/>
                <a:ea typeface="思源黑体"/>
                <a:cs typeface="思源黑体"/>
              </a:rPr>
              <a:t>单击此处编辑母版标题样式</a:t>
            </a:r>
            <a:endParaRPr lang="zh-CN" altLang="en-US">
              <a:latin typeface="思源黑体"/>
              <a:ea typeface="思源黑体"/>
              <a:cs typeface="思源黑体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思源黑体"/>
                <a:ea typeface="思源黑体"/>
                <a:cs typeface="思源黑体"/>
              </a:defRPr>
            </a:lvl1pPr>
            <a:lvl2pPr marL="457200" indent="0" algn="ctr">
              <a:buNone/>
              <a:defRPr sz="2000">
                <a:latin typeface="思源黑体"/>
                <a:ea typeface="思源黑体"/>
                <a:cs typeface="思源黑体"/>
              </a:defRPr>
            </a:lvl2pPr>
            <a:lvl3pPr marL="914400" indent="0" algn="ctr">
              <a:buNone/>
              <a:defRPr sz="1800">
                <a:latin typeface="思源黑体"/>
                <a:ea typeface="思源黑体"/>
                <a:cs typeface="思源黑体"/>
              </a:defRPr>
            </a:lvl3pPr>
            <a:lvl4pPr marL="1371600" indent="0" algn="ctr">
              <a:buNone/>
              <a:defRPr sz="1600">
                <a:latin typeface="思源黑体"/>
                <a:ea typeface="思源黑体"/>
                <a:cs typeface="思源黑体"/>
              </a:defRPr>
            </a:lvl4pPr>
            <a:lvl5pPr marL="1828800" indent="0" algn="ctr">
              <a:buNone/>
              <a:defRPr sz="1600">
                <a:latin typeface="思源黑体"/>
                <a:ea typeface="思源黑体"/>
                <a:cs typeface="思源黑体"/>
              </a:defRPr>
            </a:lvl5pPr>
            <a:lvl6pPr marL="2286000" indent="0" algn="ctr">
              <a:buNone/>
              <a:defRPr sz="1600">
                <a:latin typeface="思源黑体"/>
                <a:ea typeface="思源黑体"/>
                <a:cs typeface="思源黑体"/>
              </a:defRPr>
            </a:lvl6pPr>
            <a:lvl7pPr marL="2743200" indent="0" algn="ctr">
              <a:buNone/>
              <a:defRPr sz="1600">
                <a:latin typeface="思源黑体"/>
                <a:ea typeface="思源黑体"/>
                <a:cs typeface="思源黑体"/>
              </a:defRPr>
            </a:lvl7pPr>
            <a:lvl8pPr marL="3200400" indent="0" algn="ctr">
              <a:buNone/>
              <a:defRPr sz="1600">
                <a:latin typeface="思源黑体"/>
                <a:ea typeface="思源黑体"/>
                <a:cs typeface="思源黑体"/>
              </a:defRPr>
            </a:lvl8pPr>
            <a:lvl9pPr marL="3657600" indent="0" algn="ctr">
              <a:buNone/>
              <a:defRPr sz="1600">
                <a:latin typeface="思源黑体"/>
                <a:ea typeface="思源黑体"/>
                <a:cs typeface="思源黑体"/>
              </a:defRPr>
            </a:lvl9pPr>
          </a:lstStyle>
          <a:p>
            <a:r>
              <a:rPr lang="zh-CN" altLang="en-US">
                <a:latin typeface="思源黑体"/>
                <a:ea typeface="思源黑体"/>
                <a:cs typeface="思源黑体"/>
              </a:rPr>
              <a:t>单击此处编辑母版副标题样式</a:t>
            </a:r>
            <a:endParaRPr lang="zh-CN" altLang="en-US">
              <a:latin typeface="思源黑体"/>
              <a:ea typeface="思源黑体"/>
              <a:cs typeface="思源黑体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>
                <a:latin typeface="思源黑体"/>
                <a:ea typeface="思源黑体"/>
                <a:cs typeface="思源黑体"/>
              </a:rPr>
              <a:t>单击此处编辑母版标题样式</a:t>
            </a:r>
            <a:endParaRPr lang="zh-CN" altLang="en-US">
              <a:latin typeface="思源黑体"/>
              <a:ea typeface="思源黑体"/>
              <a:cs typeface="思源黑体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>
                <a:latin typeface="思源黑体"/>
                <a:ea typeface="思源黑体"/>
                <a:cs typeface="思源黑体"/>
              </a:rPr>
              <a:t>单击此处编辑母版文本样式</a:t>
            </a:r>
            <a:endParaRPr lang="zh-CN" altLang="en-US">
              <a:latin typeface="思源黑体"/>
              <a:ea typeface="思源黑体"/>
              <a:cs typeface="思源黑体"/>
            </a:endParaRPr>
          </a:p>
          <a:p>
            <a:pPr lvl="1"/>
            <a:r>
              <a:rPr lang="zh-CN" altLang="en-US">
                <a:latin typeface="思源黑体"/>
                <a:ea typeface="思源黑体"/>
                <a:cs typeface="思源黑体"/>
              </a:rPr>
              <a:t>第二级</a:t>
            </a:r>
            <a:endParaRPr lang="zh-CN" altLang="en-US">
              <a:latin typeface="思源黑体"/>
              <a:ea typeface="思源黑体"/>
              <a:cs typeface="思源黑体"/>
            </a:endParaRPr>
          </a:p>
          <a:p>
            <a:pPr lvl="2"/>
            <a:r>
              <a:rPr lang="zh-CN" altLang="en-US">
                <a:latin typeface="思源黑体"/>
                <a:ea typeface="思源黑体"/>
                <a:cs typeface="思源黑体"/>
              </a:rPr>
              <a:t>第三级</a:t>
            </a:r>
            <a:endParaRPr lang="zh-CN" altLang="en-US">
              <a:latin typeface="思源黑体"/>
              <a:ea typeface="思源黑体"/>
              <a:cs typeface="思源黑体"/>
            </a:endParaRPr>
          </a:p>
          <a:p>
            <a:pPr lvl="3"/>
            <a:r>
              <a:rPr lang="zh-CN" altLang="en-US">
                <a:latin typeface="思源黑体"/>
                <a:ea typeface="思源黑体"/>
                <a:cs typeface="思源黑体"/>
              </a:rPr>
              <a:t>第四级</a:t>
            </a:r>
            <a:endParaRPr lang="zh-CN" altLang="en-US">
              <a:latin typeface="思源黑体"/>
              <a:ea typeface="思源黑体"/>
              <a:cs typeface="思源黑体"/>
            </a:endParaRPr>
          </a:p>
          <a:p>
            <a:pPr lvl="4"/>
            <a:r>
              <a:rPr lang="zh-CN" altLang="en-US">
                <a:latin typeface="思源黑体"/>
                <a:ea typeface="思源黑体"/>
                <a:cs typeface="思源黑体"/>
              </a:rPr>
              <a:t>第五级</a:t>
            </a:r>
            <a:endParaRPr lang="zh-CN" altLang="en-US">
              <a:latin typeface="思源黑体"/>
              <a:ea typeface="思源黑体"/>
              <a:cs typeface="思源黑体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latin typeface="思源黑体"/>
                <a:ea typeface="思源黑体"/>
                <a:cs typeface="思源黑体"/>
              </a:defRPr>
            </a:lvl1pPr>
          </a:lstStyle>
          <a:p>
            <a:r>
              <a:rPr lang="zh-CN" altLang="en-US">
                <a:latin typeface="思源黑体"/>
                <a:ea typeface="思源黑体"/>
                <a:cs typeface="思源黑体"/>
              </a:rPr>
              <a:t>单击此处编辑母版标题样式</a:t>
            </a:r>
            <a:endParaRPr lang="zh-CN" altLang="en-US">
              <a:latin typeface="思源黑体"/>
              <a:ea typeface="思源黑体"/>
              <a:cs typeface="思源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思源黑体"/>
                <a:ea typeface="思源黑体"/>
                <a:cs typeface="思源黑体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思源黑体"/>
                <a:ea typeface="思源黑体"/>
                <a:cs typeface="思源黑体"/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思源黑体"/>
                <a:ea typeface="思源黑体"/>
                <a:cs typeface="思源黑体"/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思源黑体"/>
                <a:ea typeface="思源黑体"/>
                <a:cs typeface="思源黑体"/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思源黑体"/>
                <a:ea typeface="思源黑体"/>
                <a:cs typeface="思源黑体"/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思源黑体"/>
                <a:ea typeface="思源黑体"/>
                <a:cs typeface="思源黑体"/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思源黑体"/>
                <a:ea typeface="思源黑体"/>
                <a:cs typeface="思源黑体"/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思源黑体"/>
                <a:ea typeface="思源黑体"/>
                <a:cs typeface="思源黑体"/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思源黑体"/>
                <a:ea typeface="思源黑体"/>
                <a:cs typeface="思源黑体"/>
              </a:defRPr>
            </a:lvl9pPr>
          </a:lstStyle>
          <a:p>
            <a:pPr lvl="0"/>
            <a:r>
              <a:rPr lang="zh-CN" altLang="en-US">
                <a:latin typeface="思源黑体"/>
                <a:ea typeface="思源黑体"/>
                <a:cs typeface="思源黑体"/>
              </a:rPr>
              <a:t>单击此处编辑母版文本样式</a:t>
            </a:r>
            <a:endParaRPr lang="zh-CN" altLang="en-US">
              <a:latin typeface="思源黑体"/>
              <a:ea typeface="思源黑体"/>
              <a:cs typeface="思源黑体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>
                <a:latin typeface="思源黑体"/>
                <a:ea typeface="思源黑体"/>
                <a:cs typeface="思源黑体"/>
              </a:rPr>
              <a:t>单击此处编辑母版标题样式</a:t>
            </a:r>
            <a:endParaRPr lang="zh-CN" altLang="en-US">
              <a:latin typeface="思源黑体"/>
              <a:ea typeface="思源黑体"/>
              <a:cs typeface="思源黑体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>
                <a:latin typeface="思源黑体"/>
                <a:ea typeface="思源黑体"/>
                <a:cs typeface="思源黑体"/>
              </a:rPr>
              <a:t>单击此处编辑母版文本样式</a:t>
            </a:r>
            <a:endParaRPr lang="zh-CN" altLang="en-US">
              <a:latin typeface="思源黑体"/>
              <a:ea typeface="思源黑体"/>
              <a:cs typeface="思源黑体"/>
            </a:endParaRPr>
          </a:p>
          <a:p>
            <a:pPr lvl="1"/>
            <a:r>
              <a:rPr lang="zh-CN" altLang="en-US">
                <a:latin typeface="思源黑体"/>
                <a:ea typeface="思源黑体"/>
                <a:cs typeface="思源黑体"/>
              </a:rPr>
              <a:t>第二级</a:t>
            </a:r>
            <a:endParaRPr lang="zh-CN" altLang="en-US">
              <a:latin typeface="思源黑体"/>
              <a:ea typeface="思源黑体"/>
              <a:cs typeface="思源黑体"/>
            </a:endParaRPr>
          </a:p>
          <a:p>
            <a:pPr lvl="2"/>
            <a:r>
              <a:rPr lang="zh-CN" altLang="en-US">
                <a:latin typeface="思源黑体"/>
                <a:ea typeface="思源黑体"/>
                <a:cs typeface="思源黑体"/>
              </a:rPr>
              <a:t>第三级</a:t>
            </a:r>
            <a:endParaRPr lang="zh-CN" altLang="en-US">
              <a:latin typeface="思源黑体"/>
              <a:ea typeface="思源黑体"/>
              <a:cs typeface="思源黑体"/>
            </a:endParaRPr>
          </a:p>
          <a:p>
            <a:pPr lvl="3"/>
            <a:r>
              <a:rPr lang="zh-CN" altLang="en-US">
                <a:latin typeface="思源黑体"/>
                <a:ea typeface="思源黑体"/>
                <a:cs typeface="思源黑体"/>
              </a:rPr>
              <a:t>第四级</a:t>
            </a:r>
            <a:endParaRPr lang="zh-CN" altLang="en-US">
              <a:latin typeface="思源黑体"/>
              <a:ea typeface="思源黑体"/>
              <a:cs typeface="思源黑体"/>
            </a:endParaRPr>
          </a:p>
          <a:p>
            <a:pPr lvl="4"/>
            <a:r>
              <a:rPr lang="zh-CN" altLang="en-US">
                <a:latin typeface="思源黑体"/>
                <a:ea typeface="思源黑体"/>
                <a:cs typeface="思源黑体"/>
              </a:rPr>
              <a:t>第五级</a:t>
            </a:r>
            <a:endParaRPr lang="zh-CN" altLang="en-US">
              <a:latin typeface="思源黑体"/>
              <a:ea typeface="思源黑体"/>
              <a:cs typeface="思源黑体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>
                <a:latin typeface="思源黑体"/>
                <a:ea typeface="思源黑体"/>
                <a:cs typeface="思源黑体"/>
              </a:rPr>
              <a:t>单击此处编辑母版文本样式</a:t>
            </a:r>
            <a:endParaRPr lang="zh-CN" altLang="en-US">
              <a:latin typeface="思源黑体"/>
              <a:ea typeface="思源黑体"/>
              <a:cs typeface="思源黑体"/>
            </a:endParaRPr>
          </a:p>
          <a:p>
            <a:pPr lvl="1"/>
            <a:r>
              <a:rPr lang="zh-CN" altLang="en-US">
                <a:latin typeface="思源黑体"/>
                <a:ea typeface="思源黑体"/>
                <a:cs typeface="思源黑体"/>
              </a:rPr>
              <a:t>第二级</a:t>
            </a:r>
            <a:endParaRPr lang="zh-CN" altLang="en-US">
              <a:latin typeface="思源黑体"/>
              <a:ea typeface="思源黑体"/>
              <a:cs typeface="思源黑体"/>
            </a:endParaRPr>
          </a:p>
          <a:p>
            <a:pPr lvl="2"/>
            <a:r>
              <a:rPr lang="zh-CN" altLang="en-US">
                <a:latin typeface="思源黑体"/>
                <a:ea typeface="思源黑体"/>
                <a:cs typeface="思源黑体"/>
              </a:rPr>
              <a:t>第三级</a:t>
            </a:r>
            <a:endParaRPr lang="zh-CN" altLang="en-US">
              <a:latin typeface="思源黑体"/>
              <a:ea typeface="思源黑体"/>
              <a:cs typeface="思源黑体"/>
            </a:endParaRPr>
          </a:p>
          <a:p>
            <a:pPr lvl="3"/>
            <a:r>
              <a:rPr lang="zh-CN" altLang="en-US">
                <a:latin typeface="思源黑体"/>
                <a:ea typeface="思源黑体"/>
                <a:cs typeface="思源黑体"/>
              </a:rPr>
              <a:t>第四级</a:t>
            </a:r>
            <a:endParaRPr lang="zh-CN" altLang="en-US">
              <a:latin typeface="思源黑体"/>
              <a:ea typeface="思源黑体"/>
              <a:cs typeface="思源黑体"/>
            </a:endParaRPr>
          </a:p>
          <a:p>
            <a:pPr lvl="4"/>
            <a:r>
              <a:rPr lang="zh-CN" altLang="en-US">
                <a:latin typeface="思源黑体"/>
                <a:ea typeface="思源黑体"/>
                <a:cs typeface="思源黑体"/>
              </a:rPr>
              <a:t>第五级</a:t>
            </a:r>
            <a:endParaRPr lang="zh-CN" altLang="en-US">
              <a:latin typeface="思源黑体"/>
              <a:ea typeface="思源黑体"/>
              <a:cs typeface="思源黑体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  <a:prstGeom prst="rect">
            <a:avLst/>
          </a:prstGeom>
        </p:spPr>
        <p:txBody>
          <a:bodyPr/>
          <a:lstStyle/>
          <a:p>
            <a:r>
              <a:rPr lang="zh-CN" altLang="en-US">
                <a:latin typeface="思源黑体"/>
                <a:ea typeface="思源黑体"/>
                <a:cs typeface="思源黑体"/>
              </a:rPr>
              <a:t>单击此处编辑母版标题样式</a:t>
            </a:r>
            <a:endParaRPr lang="zh-CN" altLang="en-US">
              <a:latin typeface="思源黑体"/>
              <a:ea typeface="思源黑体"/>
              <a:cs typeface="思源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>
                <a:latin typeface="思源黑体"/>
                <a:ea typeface="思源黑体"/>
                <a:cs typeface="思源黑体"/>
              </a:defRPr>
            </a:lvl1pPr>
            <a:lvl2pPr marL="457200" indent="0">
              <a:buNone/>
              <a:defRPr sz="2400">
                <a:latin typeface="思源黑体"/>
                <a:ea typeface="思源黑体"/>
                <a:cs typeface="思源黑体"/>
              </a:defRPr>
            </a:lvl2pPr>
            <a:lvl3pPr marL="914400" indent="0">
              <a:buNone/>
              <a:defRPr sz="2000">
                <a:latin typeface="思源黑体"/>
                <a:ea typeface="思源黑体"/>
                <a:cs typeface="思源黑体"/>
              </a:defRPr>
            </a:lvl3pPr>
            <a:lvl4pPr marL="1371600" indent="0">
              <a:buNone/>
              <a:defRPr sz="1800">
                <a:latin typeface="思源黑体"/>
                <a:ea typeface="思源黑体"/>
                <a:cs typeface="思源黑体"/>
              </a:defRPr>
            </a:lvl4pPr>
            <a:lvl5pPr marL="1828800" indent="0">
              <a:buNone/>
              <a:defRPr sz="1800">
                <a:latin typeface="思源黑体"/>
                <a:ea typeface="思源黑体"/>
                <a:cs typeface="思源黑体"/>
              </a:defRPr>
            </a:lvl5pPr>
            <a:lvl6pPr marL="2286000" indent="0">
              <a:buNone/>
              <a:defRPr sz="1800">
                <a:latin typeface="思源黑体"/>
                <a:ea typeface="思源黑体"/>
                <a:cs typeface="思源黑体"/>
              </a:defRPr>
            </a:lvl6pPr>
            <a:lvl7pPr marL="2743200" indent="0">
              <a:buNone/>
              <a:defRPr sz="1800">
                <a:latin typeface="思源黑体"/>
                <a:ea typeface="思源黑体"/>
                <a:cs typeface="思源黑体"/>
              </a:defRPr>
            </a:lvl7pPr>
            <a:lvl8pPr marL="3200400" indent="0">
              <a:buNone/>
              <a:defRPr sz="1800">
                <a:latin typeface="思源黑体"/>
                <a:ea typeface="思源黑体"/>
                <a:cs typeface="思源黑体"/>
              </a:defRPr>
            </a:lvl8pPr>
            <a:lvl9pPr marL="3657600" indent="0">
              <a:buNone/>
              <a:defRPr sz="1800">
                <a:latin typeface="思源黑体"/>
                <a:ea typeface="思源黑体"/>
                <a:cs typeface="思源黑体"/>
              </a:defRPr>
            </a:lvl9pPr>
          </a:lstStyle>
          <a:p>
            <a:pPr lvl="0"/>
            <a:r>
              <a:rPr lang="zh-CN" altLang="en-US">
                <a:latin typeface="思源黑体"/>
                <a:ea typeface="思源黑体"/>
                <a:cs typeface="思源黑体"/>
              </a:rPr>
              <a:t>单击此处编辑母版文本样式</a:t>
            </a:r>
            <a:endParaRPr lang="zh-CN" altLang="en-US">
              <a:latin typeface="思源黑体"/>
              <a:ea typeface="思源黑体"/>
              <a:cs typeface="思源黑体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>
                <a:latin typeface="思源黑体"/>
                <a:ea typeface="思源黑体"/>
                <a:cs typeface="思源黑体"/>
              </a:rPr>
              <a:t>单击此处编辑母版文本样式</a:t>
            </a:r>
            <a:endParaRPr lang="zh-CN" altLang="en-US">
              <a:latin typeface="思源黑体"/>
              <a:ea typeface="思源黑体"/>
              <a:cs typeface="思源黑体"/>
            </a:endParaRPr>
          </a:p>
          <a:p>
            <a:pPr lvl="1"/>
            <a:r>
              <a:rPr lang="zh-CN" altLang="en-US">
                <a:latin typeface="思源黑体"/>
                <a:ea typeface="思源黑体"/>
                <a:cs typeface="思源黑体"/>
              </a:rPr>
              <a:t>第二级</a:t>
            </a:r>
            <a:endParaRPr lang="zh-CN" altLang="en-US">
              <a:latin typeface="思源黑体"/>
              <a:ea typeface="思源黑体"/>
              <a:cs typeface="思源黑体"/>
            </a:endParaRPr>
          </a:p>
          <a:p>
            <a:pPr lvl="2"/>
            <a:r>
              <a:rPr lang="zh-CN" altLang="en-US">
                <a:latin typeface="思源黑体"/>
                <a:ea typeface="思源黑体"/>
                <a:cs typeface="思源黑体"/>
              </a:rPr>
              <a:t>第三级</a:t>
            </a:r>
            <a:endParaRPr lang="zh-CN" altLang="en-US">
              <a:latin typeface="思源黑体"/>
              <a:ea typeface="思源黑体"/>
              <a:cs typeface="思源黑体"/>
            </a:endParaRPr>
          </a:p>
          <a:p>
            <a:pPr lvl="3"/>
            <a:r>
              <a:rPr lang="zh-CN" altLang="en-US">
                <a:latin typeface="思源黑体"/>
                <a:ea typeface="思源黑体"/>
                <a:cs typeface="思源黑体"/>
              </a:rPr>
              <a:t>第四级</a:t>
            </a:r>
            <a:endParaRPr lang="zh-CN" altLang="en-US">
              <a:latin typeface="思源黑体"/>
              <a:ea typeface="思源黑体"/>
              <a:cs typeface="思源黑体"/>
            </a:endParaRPr>
          </a:p>
          <a:p>
            <a:pPr lvl="4"/>
            <a:r>
              <a:rPr lang="zh-CN" altLang="en-US">
                <a:latin typeface="思源黑体"/>
                <a:ea typeface="思源黑体"/>
                <a:cs typeface="思源黑体"/>
              </a:rPr>
              <a:t>第五级</a:t>
            </a:r>
            <a:endParaRPr lang="zh-CN" altLang="en-US">
              <a:latin typeface="思源黑体"/>
              <a:ea typeface="思源黑体"/>
              <a:cs typeface="思源黑体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>
                <a:latin typeface="思源黑体"/>
                <a:ea typeface="思源黑体"/>
                <a:cs typeface="思源黑体"/>
              </a:defRPr>
            </a:lvl1pPr>
            <a:lvl2pPr marL="457200" indent="0">
              <a:buNone/>
              <a:defRPr sz="2400">
                <a:latin typeface="思源黑体"/>
                <a:ea typeface="思源黑体"/>
                <a:cs typeface="思源黑体"/>
              </a:defRPr>
            </a:lvl2pPr>
            <a:lvl3pPr marL="914400" indent="0">
              <a:buNone/>
              <a:defRPr sz="2000">
                <a:latin typeface="思源黑体"/>
                <a:ea typeface="思源黑体"/>
                <a:cs typeface="思源黑体"/>
              </a:defRPr>
            </a:lvl3pPr>
            <a:lvl4pPr marL="1371600" indent="0">
              <a:buNone/>
              <a:defRPr sz="1800">
                <a:latin typeface="思源黑体"/>
                <a:ea typeface="思源黑体"/>
                <a:cs typeface="思源黑体"/>
              </a:defRPr>
            </a:lvl4pPr>
            <a:lvl5pPr marL="1828800" indent="0">
              <a:buNone/>
              <a:defRPr sz="1800">
                <a:latin typeface="思源黑体"/>
                <a:ea typeface="思源黑体"/>
                <a:cs typeface="思源黑体"/>
              </a:defRPr>
            </a:lvl5pPr>
            <a:lvl6pPr marL="2286000" indent="0">
              <a:buNone/>
              <a:defRPr sz="1800">
                <a:latin typeface="思源黑体"/>
                <a:ea typeface="思源黑体"/>
                <a:cs typeface="思源黑体"/>
              </a:defRPr>
            </a:lvl6pPr>
            <a:lvl7pPr marL="2743200" indent="0">
              <a:buNone/>
              <a:defRPr sz="1800">
                <a:latin typeface="思源黑体"/>
                <a:ea typeface="思源黑体"/>
                <a:cs typeface="思源黑体"/>
              </a:defRPr>
            </a:lvl7pPr>
            <a:lvl8pPr marL="3200400" indent="0">
              <a:buNone/>
              <a:defRPr sz="1800">
                <a:latin typeface="思源黑体"/>
                <a:ea typeface="思源黑体"/>
                <a:cs typeface="思源黑体"/>
              </a:defRPr>
            </a:lvl8pPr>
            <a:lvl9pPr marL="3657600" indent="0">
              <a:buNone/>
              <a:defRPr sz="1800">
                <a:latin typeface="思源黑体"/>
                <a:ea typeface="思源黑体"/>
                <a:cs typeface="思源黑体"/>
              </a:defRPr>
            </a:lvl9pPr>
          </a:lstStyle>
          <a:p>
            <a:pPr lvl="0"/>
            <a:r>
              <a:rPr lang="zh-CN" altLang="en-US">
                <a:latin typeface="思源黑体"/>
                <a:ea typeface="思源黑体"/>
                <a:cs typeface="思源黑体"/>
              </a:rPr>
              <a:t>单击此处编辑母版文本样式</a:t>
            </a:r>
            <a:endParaRPr lang="zh-CN" altLang="en-US">
              <a:latin typeface="思源黑体"/>
              <a:ea typeface="思源黑体"/>
              <a:cs typeface="思源黑体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>
                <a:latin typeface="思源黑体"/>
                <a:ea typeface="思源黑体"/>
                <a:cs typeface="思源黑体"/>
              </a:rPr>
              <a:t>单击此处编辑母版文本样式</a:t>
            </a:r>
            <a:endParaRPr lang="zh-CN" altLang="en-US">
              <a:latin typeface="思源黑体"/>
              <a:ea typeface="思源黑体"/>
              <a:cs typeface="思源黑体"/>
            </a:endParaRPr>
          </a:p>
          <a:p>
            <a:pPr lvl="1"/>
            <a:r>
              <a:rPr lang="zh-CN" altLang="en-US">
                <a:latin typeface="思源黑体"/>
                <a:ea typeface="思源黑体"/>
                <a:cs typeface="思源黑体"/>
              </a:rPr>
              <a:t>第二级</a:t>
            </a:r>
            <a:endParaRPr lang="zh-CN" altLang="en-US">
              <a:latin typeface="思源黑体"/>
              <a:ea typeface="思源黑体"/>
              <a:cs typeface="思源黑体"/>
            </a:endParaRPr>
          </a:p>
          <a:p>
            <a:pPr lvl="2"/>
            <a:r>
              <a:rPr lang="zh-CN" altLang="en-US">
                <a:latin typeface="思源黑体"/>
                <a:ea typeface="思源黑体"/>
                <a:cs typeface="思源黑体"/>
              </a:rPr>
              <a:t>第三级</a:t>
            </a:r>
            <a:endParaRPr lang="zh-CN" altLang="en-US">
              <a:latin typeface="思源黑体"/>
              <a:ea typeface="思源黑体"/>
              <a:cs typeface="思源黑体"/>
            </a:endParaRPr>
          </a:p>
          <a:p>
            <a:pPr lvl="3"/>
            <a:r>
              <a:rPr lang="zh-CN" altLang="en-US">
                <a:latin typeface="思源黑体"/>
                <a:ea typeface="思源黑体"/>
                <a:cs typeface="思源黑体"/>
              </a:rPr>
              <a:t>第四级</a:t>
            </a:r>
            <a:endParaRPr lang="zh-CN" altLang="en-US">
              <a:latin typeface="思源黑体"/>
              <a:ea typeface="思源黑体"/>
              <a:cs typeface="思源黑体"/>
            </a:endParaRPr>
          </a:p>
          <a:p>
            <a:pPr lvl="4"/>
            <a:r>
              <a:rPr lang="zh-CN" altLang="en-US">
                <a:latin typeface="思源黑体"/>
                <a:ea typeface="思源黑体"/>
                <a:cs typeface="思源黑体"/>
              </a:rPr>
              <a:t>第五级</a:t>
            </a:r>
            <a:endParaRPr lang="zh-CN" altLang="en-US">
              <a:latin typeface="思源黑体"/>
              <a:ea typeface="思源黑体"/>
              <a:cs typeface="思源黑体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>
                <a:latin typeface="思源黑体"/>
                <a:ea typeface="思源黑体"/>
                <a:cs typeface="思源黑体"/>
              </a:rPr>
              <a:t>单击此处编辑母版标题样式</a:t>
            </a:r>
            <a:endParaRPr lang="zh-CN" altLang="en-US">
              <a:latin typeface="思源黑体"/>
              <a:ea typeface="思源黑体"/>
              <a:cs typeface="思源黑体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latin typeface="思源黑体"/>
                <a:ea typeface="思源黑体"/>
                <a:cs typeface="思源黑体"/>
              </a:defRPr>
            </a:lvl1pPr>
          </a:lstStyle>
          <a:p>
            <a:r>
              <a:rPr lang="zh-CN" altLang="en-US">
                <a:latin typeface="思源黑体"/>
                <a:ea typeface="思源黑体"/>
                <a:cs typeface="思源黑体"/>
              </a:rPr>
              <a:t>单击此处编辑母版标题样式</a:t>
            </a:r>
            <a:endParaRPr lang="zh-CN" altLang="en-US">
              <a:latin typeface="思源黑体"/>
              <a:ea typeface="思源黑体"/>
              <a:cs typeface="思源黑体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>
                <a:latin typeface="思源黑体"/>
                <a:ea typeface="思源黑体"/>
                <a:cs typeface="思源黑体"/>
              </a:defRPr>
            </a:lvl1pPr>
            <a:lvl2pPr marL="457200" indent="0">
              <a:buNone/>
              <a:defRPr sz="2800">
                <a:latin typeface="思源黑体"/>
                <a:ea typeface="思源黑体"/>
                <a:cs typeface="思源黑体"/>
              </a:defRPr>
            </a:lvl2pPr>
            <a:lvl3pPr marL="914400" indent="0">
              <a:buNone/>
              <a:defRPr sz="2400">
                <a:latin typeface="思源黑体"/>
                <a:ea typeface="思源黑体"/>
                <a:cs typeface="思源黑体"/>
              </a:defRPr>
            </a:lvl3pPr>
            <a:lvl4pPr marL="1371600" indent="0">
              <a:buNone/>
              <a:defRPr sz="2000">
                <a:latin typeface="思源黑体"/>
                <a:ea typeface="思源黑体"/>
                <a:cs typeface="思源黑体"/>
              </a:defRPr>
            </a:lvl4pPr>
            <a:lvl5pPr marL="1828800" indent="0">
              <a:buNone/>
              <a:defRPr sz="2000">
                <a:latin typeface="思源黑体"/>
                <a:ea typeface="思源黑体"/>
                <a:cs typeface="思源黑体"/>
              </a:defRPr>
            </a:lvl5pPr>
            <a:lvl6pPr marL="2286000" indent="0">
              <a:buNone/>
              <a:defRPr sz="2000">
                <a:latin typeface="思源黑体"/>
                <a:ea typeface="思源黑体"/>
                <a:cs typeface="思源黑体"/>
              </a:defRPr>
            </a:lvl6pPr>
            <a:lvl7pPr marL="2743200" indent="0">
              <a:buNone/>
              <a:defRPr sz="2000">
                <a:latin typeface="思源黑体"/>
                <a:ea typeface="思源黑体"/>
                <a:cs typeface="思源黑体"/>
              </a:defRPr>
            </a:lvl7pPr>
            <a:lvl8pPr marL="3200400" indent="0">
              <a:buNone/>
              <a:defRPr sz="2000">
                <a:latin typeface="思源黑体"/>
                <a:ea typeface="思源黑体"/>
                <a:cs typeface="思源黑体"/>
              </a:defRPr>
            </a:lvl8pPr>
            <a:lvl9pPr marL="3657600" indent="0">
              <a:buNone/>
              <a:defRPr sz="2000">
                <a:latin typeface="思源黑体"/>
                <a:ea typeface="思源黑体"/>
                <a:cs typeface="思源黑体"/>
              </a:defRPr>
            </a:lvl9pPr>
          </a:lstStyle>
          <a:p>
            <a:endParaRPr lang="zh-CN" altLang="en-US">
              <a:latin typeface="思源黑体"/>
              <a:ea typeface="思源黑体"/>
              <a:cs typeface="思源黑体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>
                <a:latin typeface="思源黑体"/>
                <a:ea typeface="思源黑体"/>
                <a:cs typeface="思源黑体"/>
              </a:defRPr>
            </a:lvl1pPr>
            <a:lvl2pPr marL="457200" indent="0">
              <a:buNone/>
              <a:defRPr sz="1800">
                <a:latin typeface="思源黑体"/>
                <a:ea typeface="思源黑体"/>
                <a:cs typeface="思源黑体"/>
              </a:defRPr>
            </a:lvl2pPr>
            <a:lvl3pPr marL="914400" indent="0">
              <a:buNone/>
              <a:defRPr sz="1600">
                <a:latin typeface="思源黑体"/>
                <a:ea typeface="思源黑体"/>
                <a:cs typeface="思源黑体"/>
              </a:defRPr>
            </a:lvl3pPr>
            <a:lvl4pPr marL="1371600" indent="0">
              <a:buNone/>
              <a:defRPr sz="1400">
                <a:latin typeface="思源黑体"/>
                <a:ea typeface="思源黑体"/>
                <a:cs typeface="思源黑体"/>
              </a:defRPr>
            </a:lvl4pPr>
            <a:lvl5pPr marL="1828800" indent="0">
              <a:buNone/>
              <a:defRPr sz="1400">
                <a:latin typeface="思源黑体"/>
                <a:ea typeface="思源黑体"/>
                <a:cs typeface="思源黑体"/>
              </a:defRPr>
            </a:lvl5pPr>
            <a:lvl6pPr marL="2286000" indent="0">
              <a:buNone/>
              <a:defRPr sz="1400">
                <a:latin typeface="思源黑体"/>
                <a:ea typeface="思源黑体"/>
                <a:cs typeface="思源黑体"/>
              </a:defRPr>
            </a:lvl6pPr>
            <a:lvl7pPr marL="2743200" indent="0">
              <a:buNone/>
              <a:defRPr sz="1400">
                <a:latin typeface="思源黑体"/>
                <a:ea typeface="思源黑体"/>
                <a:cs typeface="思源黑体"/>
              </a:defRPr>
            </a:lvl7pPr>
            <a:lvl8pPr marL="3200400" indent="0">
              <a:buNone/>
              <a:defRPr sz="1400">
                <a:latin typeface="思源黑体"/>
                <a:ea typeface="思源黑体"/>
                <a:cs typeface="思源黑体"/>
              </a:defRPr>
            </a:lvl8pPr>
            <a:lvl9pPr marL="3657600" indent="0">
              <a:buNone/>
              <a:defRPr sz="1400">
                <a:latin typeface="思源黑体"/>
                <a:ea typeface="思源黑体"/>
                <a:cs typeface="思源黑体"/>
              </a:defRPr>
            </a:lvl9pPr>
          </a:lstStyle>
          <a:p>
            <a:pPr lvl="0"/>
            <a:r>
              <a:rPr lang="zh-CN" altLang="en-US">
                <a:latin typeface="思源黑体"/>
                <a:ea typeface="思源黑体"/>
                <a:cs typeface="思源黑体"/>
              </a:rPr>
              <a:t>单击此处编辑母版文本样式</a:t>
            </a:r>
            <a:endParaRPr lang="zh-CN" altLang="en-US">
              <a:latin typeface="思源黑体"/>
              <a:ea typeface="思源黑体"/>
              <a:cs typeface="思源黑体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>
                <a:latin typeface="思源黑体"/>
                <a:ea typeface="思源黑体"/>
                <a:cs typeface="思源黑体"/>
              </a:rPr>
              <a:t>单击此处编辑母版标题样式</a:t>
            </a:r>
            <a:endParaRPr lang="zh-CN" altLang="en-US">
              <a:latin typeface="思源黑体"/>
              <a:ea typeface="思源黑体"/>
              <a:cs typeface="思源黑体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>
                <a:latin typeface="思源黑体"/>
                <a:ea typeface="思源黑体"/>
                <a:cs typeface="思源黑体"/>
              </a:rPr>
              <a:t>单击此处编辑母版文本样式</a:t>
            </a:r>
            <a:endParaRPr lang="zh-CN" altLang="en-US">
              <a:latin typeface="思源黑体"/>
              <a:ea typeface="思源黑体"/>
              <a:cs typeface="思源黑体"/>
            </a:endParaRPr>
          </a:p>
          <a:p>
            <a:pPr lvl="1"/>
            <a:r>
              <a:rPr lang="zh-CN" altLang="en-US">
                <a:latin typeface="思源黑体"/>
                <a:ea typeface="思源黑体"/>
                <a:cs typeface="思源黑体"/>
              </a:rPr>
              <a:t>第二级</a:t>
            </a:r>
            <a:endParaRPr lang="zh-CN" altLang="en-US">
              <a:latin typeface="思源黑体"/>
              <a:ea typeface="思源黑体"/>
              <a:cs typeface="思源黑体"/>
            </a:endParaRPr>
          </a:p>
          <a:p>
            <a:pPr lvl="2"/>
            <a:r>
              <a:rPr lang="zh-CN" altLang="en-US">
                <a:latin typeface="思源黑体"/>
                <a:ea typeface="思源黑体"/>
                <a:cs typeface="思源黑体"/>
              </a:rPr>
              <a:t>第三级</a:t>
            </a:r>
            <a:endParaRPr lang="zh-CN" altLang="en-US">
              <a:latin typeface="思源黑体"/>
              <a:ea typeface="思源黑体"/>
              <a:cs typeface="思源黑体"/>
            </a:endParaRPr>
          </a:p>
          <a:p>
            <a:pPr lvl="3"/>
            <a:r>
              <a:rPr lang="zh-CN" altLang="en-US">
                <a:latin typeface="思源黑体"/>
                <a:ea typeface="思源黑体"/>
                <a:cs typeface="思源黑体"/>
              </a:rPr>
              <a:t>第四级</a:t>
            </a:r>
            <a:endParaRPr lang="zh-CN" altLang="en-US">
              <a:latin typeface="思源黑体"/>
              <a:ea typeface="思源黑体"/>
              <a:cs typeface="思源黑体"/>
            </a:endParaRPr>
          </a:p>
          <a:p>
            <a:pPr lvl="4"/>
            <a:r>
              <a:rPr lang="zh-CN" altLang="en-US">
                <a:latin typeface="思源黑体"/>
                <a:ea typeface="思源黑体"/>
                <a:cs typeface="思源黑体"/>
              </a:rPr>
              <a:t>第五级</a:t>
            </a:r>
            <a:endParaRPr lang="zh-CN" altLang="en-US">
              <a:latin typeface="思源黑体"/>
              <a:ea typeface="思源黑体"/>
              <a:cs typeface="思源黑体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>
                <a:latin typeface="思源黑体"/>
                <a:ea typeface="思源黑体"/>
                <a:cs typeface="思源黑体"/>
              </a:rPr>
              <a:t>单击此处编辑母版文本样式</a:t>
            </a:r>
            <a:endParaRPr lang="zh-CN" altLang="en-US">
              <a:latin typeface="思源黑体"/>
              <a:ea typeface="思源黑体"/>
              <a:cs typeface="思源黑体"/>
            </a:endParaRPr>
          </a:p>
          <a:p>
            <a:pPr lvl="1"/>
            <a:r>
              <a:rPr lang="zh-CN" altLang="en-US">
                <a:latin typeface="思源黑体"/>
                <a:ea typeface="思源黑体"/>
                <a:cs typeface="思源黑体"/>
              </a:rPr>
              <a:t>第二级</a:t>
            </a:r>
            <a:endParaRPr lang="zh-CN" altLang="en-US">
              <a:latin typeface="思源黑体"/>
              <a:ea typeface="思源黑体"/>
              <a:cs typeface="思源黑体"/>
            </a:endParaRPr>
          </a:p>
          <a:p>
            <a:pPr lvl="2"/>
            <a:r>
              <a:rPr lang="zh-CN" altLang="en-US">
                <a:latin typeface="思源黑体"/>
                <a:ea typeface="思源黑体"/>
                <a:cs typeface="思源黑体"/>
              </a:rPr>
              <a:t>第三级</a:t>
            </a:r>
            <a:endParaRPr lang="zh-CN" altLang="en-US">
              <a:latin typeface="思源黑体"/>
              <a:ea typeface="思源黑体"/>
              <a:cs typeface="思源黑体"/>
            </a:endParaRPr>
          </a:p>
          <a:p>
            <a:pPr lvl="3"/>
            <a:r>
              <a:rPr lang="zh-CN" altLang="en-US">
                <a:latin typeface="思源黑体"/>
                <a:ea typeface="思源黑体"/>
                <a:cs typeface="思源黑体"/>
              </a:rPr>
              <a:t>第四级</a:t>
            </a:r>
            <a:endParaRPr lang="zh-CN" altLang="en-US">
              <a:latin typeface="思源黑体"/>
              <a:ea typeface="思源黑体"/>
              <a:cs typeface="思源黑体"/>
            </a:endParaRPr>
          </a:p>
          <a:p>
            <a:pPr lvl="4"/>
            <a:r>
              <a:rPr lang="zh-CN" altLang="en-US">
                <a:latin typeface="思源黑体"/>
                <a:ea typeface="思源黑体"/>
                <a:cs typeface="思源黑体"/>
              </a:rPr>
              <a:t>第五级</a:t>
            </a:r>
            <a:endParaRPr lang="zh-CN" altLang="en-US">
              <a:latin typeface="思源黑体"/>
              <a:ea typeface="思源黑体"/>
              <a:cs typeface="思源黑体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image" Target="../media/image1.png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QQ20260901-163919"/>
          <p:cNvPicPr>
            <a:picLocks noChangeAspect="1"/>
          </p:cNvPicPr>
          <p:nvPr userDrawn="1"/>
        </p:nvPicPr>
        <p:blipFill>
          <a:blip r:embed="rId11">
            <a:alphaModFix amt="10000"/>
          </a:blip>
          <a:stretch>
            <a:fillRect/>
          </a:stretch>
        </p:blipFill>
        <p:spPr>
          <a:xfrm>
            <a:off x="2312670" y="0"/>
            <a:ext cx="7566660" cy="685863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>
                <a:latin typeface="思源黑体"/>
                <a:ea typeface="思源黑体"/>
                <a:cs typeface="思源黑体"/>
              </a:rPr>
              <a:t>单击此处编辑母版文本样式</a:t>
            </a:r>
            <a:endParaRPr lang="zh-CN" altLang="en-US" dirty="0">
              <a:latin typeface="思源黑体"/>
              <a:ea typeface="思源黑体"/>
              <a:cs typeface="思源黑体"/>
            </a:endParaRPr>
          </a:p>
          <a:p>
            <a:pPr lvl="1"/>
            <a:r>
              <a:rPr lang="zh-CN" altLang="en-US" dirty="0">
                <a:latin typeface="思源黑体"/>
                <a:ea typeface="思源黑体"/>
                <a:cs typeface="思源黑体"/>
              </a:rPr>
              <a:t>第二级</a:t>
            </a:r>
            <a:endParaRPr lang="zh-CN" altLang="en-US" dirty="0">
              <a:latin typeface="思源黑体"/>
              <a:ea typeface="思源黑体"/>
              <a:cs typeface="思源黑体"/>
            </a:endParaRPr>
          </a:p>
          <a:p>
            <a:pPr lvl="2"/>
            <a:r>
              <a:rPr lang="zh-CN" altLang="en-US" dirty="0">
                <a:latin typeface="思源黑体"/>
                <a:ea typeface="思源黑体"/>
                <a:cs typeface="思源黑体"/>
              </a:rPr>
              <a:t>第三级</a:t>
            </a:r>
            <a:endParaRPr lang="zh-CN" altLang="en-US" dirty="0">
              <a:latin typeface="思源黑体"/>
              <a:ea typeface="思源黑体"/>
              <a:cs typeface="思源黑体"/>
            </a:endParaRPr>
          </a:p>
          <a:p>
            <a:pPr lvl="3"/>
            <a:r>
              <a:rPr lang="zh-CN" altLang="en-US" dirty="0">
                <a:latin typeface="思源黑体"/>
                <a:ea typeface="思源黑体"/>
                <a:cs typeface="思源黑体"/>
              </a:rPr>
              <a:t>第四级</a:t>
            </a:r>
            <a:endParaRPr lang="zh-CN" altLang="en-US" dirty="0">
              <a:latin typeface="思源黑体"/>
              <a:ea typeface="思源黑体"/>
              <a:cs typeface="思源黑体"/>
            </a:endParaRPr>
          </a:p>
          <a:p>
            <a:pPr lvl="4"/>
            <a:r>
              <a:rPr lang="zh-CN" altLang="en-US" dirty="0">
                <a:latin typeface="思源黑体"/>
                <a:ea typeface="思源黑体"/>
                <a:cs typeface="思源黑体"/>
              </a:rPr>
              <a:t>第五级</a:t>
            </a:r>
            <a:endParaRPr lang="en-US" altLang="zh-CN" dirty="0">
              <a:latin typeface="思源黑体"/>
              <a:ea typeface="思源黑体"/>
              <a:cs typeface="思源黑体"/>
            </a:endParaRPr>
          </a:p>
          <a:p>
            <a:pPr lvl="5"/>
            <a:r>
              <a:rPr lang="zh-CN" altLang="en-US" dirty="0">
                <a:latin typeface="思源黑体"/>
                <a:ea typeface="思源黑体"/>
                <a:cs typeface="思源黑体"/>
              </a:rPr>
              <a:t>第六级</a:t>
            </a:r>
            <a:endParaRPr lang="en-US" altLang="zh-CN" dirty="0">
              <a:latin typeface="思源黑体"/>
              <a:ea typeface="思源黑体"/>
              <a:cs typeface="思源黑体"/>
            </a:endParaRPr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>
                <a:latin typeface="思源黑体"/>
                <a:ea typeface="思源黑体"/>
                <a:cs typeface="思源黑体"/>
              </a:defRPr>
            </a:pPr>
            <a:r>
              <a:rPr lang="zh-CN" altLang="en-US" dirty="0">
                <a:latin typeface="思源黑体"/>
                <a:ea typeface="思源黑体"/>
                <a:cs typeface="思源黑体"/>
              </a:rPr>
              <a:t>第七级</a:t>
            </a:r>
            <a:endParaRPr lang="en-US" altLang="zh-CN" dirty="0">
              <a:latin typeface="思源黑体"/>
              <a:ea typeface="思源黑体"/>
              <a:cs typeface="思源黑体"/>
            </a:endParaRPr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>
                <a:latin typeface="思源黑体"/>
                <a:ea typeface="思源黑体"/>
                <a:cs typeface="思源黑体"/>
              </a:defRPr>
            </a:pPr>
            <a:r>
              <a:rPr lang="zh-CN" altLang="en-US" dirty="0">
                <a:latin typeface="思源黑体"/>
                <a:ea typeface="思源黑体"/>
                <a:cs typeface="思源黑体"/>
              </a:rPr>
              <a:t>第八级</a:t>
            </a:r>
            <a:endParaRPr lang="en-US" altLang="zh-CN" dirty="0">
              <a:latin typeface="思源黑体"/>
              <a:ea typeface="思源黑体"/>
              <a:cs typeface="思源黑体"/>
            </a:endParaRPr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>
                <a:latin typeface="思源黑体"/>
                <a:ea typeface="思源黑体"/>
                <a:cs typeface="思源黑体"/>
              </a:defRPr>
            </a:pPr>
            <a:r>
              <a:rPr lang="zh-CN" altLang="en-US" dirty="0">
                <a:latin typeface="思源黑体"/>
                <a:ea typeface="思源黑体"/>
                <a:cs typeface="思源黑体"/>
              </a:rPr>
              <a:t>第九级</a:t>
            </a:r>
            <a:endParaRPr lang="en-US" altLang="zh-CN" dirty="0">
              <a:latin typeface="思源黑体"/>
              <a:ea typeface="思源黑体"/>
              <a:cs typeface="思源黑体"/>
            </a:endParaRPr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>
                <a:latin typeface="思源黑体"/>
                <a:ea typeface="思源黑体"/>
                <a:cs typeface="思源黑体"/>
              </a:defRPr>
            </a:pPr>
            <a:endParaRPr lang="en-US" altLang="zh-CN" dirty="0">
              <a:latin typeface="思源黑体"/>
              <a:ea typeface="思源黑体"/>
              <a:cs typeface="思源黑体"/>
            </a:endParaRPr>
          </a:p>
          <a:p>
            <a:pPr lvl="5"/>
            <a:endParaRPr lang="zh-CN" altLang="en-US" dirty="0">
              <a:latin typeface="思源黑体"/>
              <a:ea typeface="思源黑体"/>
              <a:cs typeface="思源黑体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" panose="020B0503020204020204" charset="-122"/>
          <a:ea typeface="思源黑体" panose="020B0503020204020204" charset="-122"/>
          <a:cs typeface="思源黑体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" panose="020B0503020204020204" charset="-122"/>
          <a:ea typeface="思源黑体" panose="020B0503020204020204" charset="-122"/>
          <a:cs typeface="思源黑体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" panose="020B0503020204020204" charset="-122"/>
          <a:ea typeface="思源黑体" panose="020B0503020204020204" charset="-122"/>
          <a:cs typeface="思源黑体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" panose="020B0503020204020204" charset="-122"/>
          <a:ea typeface="思源黑体" panose="020B0503020204020204" charset="-122"/>
          <a:cs typeface="思源黑体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" panose="020B0503020204020204" charset="-122"/>
          <a:ea typeface="思源黑体" panose="020B0503020204020204" charset="-122"/>
          <a:cs typeface="思源黑体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" panose="020B0503020204020204" charset="-122"/>
          <a:ea typeface="思源黑体" panose="020B0503020204020204" charset="-122"/>
          <a:cs typeface="思源黑体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思源黑体" panose="020B0503020204020204" charset="-122"/>
          <a:ea typeface="思源黑体" panose="020B0503020204020204" charset="-122"/>
          <a:cs typeface="思源黑体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思源黑体" panose="020B0503020204020204" charset="-122"/>
          <a:ea typeface="思源黑体" panose="020B0503020204020204" charset="-122"/>
          <a:cs typeface="思源黑体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思源黑体" panose="020B0503020204020204" charset="-122"/>
          <a:ea typeface="思源黑体" panose="020B0503020204020204" charset="-122"/>
          <a:cs typeface="思源黑体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思源黑体" panose="020B0503020204020204" charset="-122"/>
          <a:ea typeface="思源黑体" panose="020B0503020204020204" charset="-122"/>
          <a:cs typeface="思源黑体"/>
        </a:defRPr>
      </a:lvl9pPr>
    </p:bodyStyle>
    <p:otherStyle>
      <a:defPPr>
        <a:defRPr lang="zh-CN">
          <a:latin typeface="思源黑体"/>
          <a:ea typeface="思源黑体"/>
          <a:cs typeface="思源黑体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思源黑体"/>
          <a:ea typeface="思源黑体"/>
          <a:cs typeface="思源黑体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思源黑体"/>
          <a:ea typeface="思源黑体"/>
          <a:cs typeface="思源黑体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思源黑体"/>
          <a:ea typeface="思源黑体"/>
          <a:cs typeface="思源黑体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思源黑体"/>
          <a:ea typeface="思源黑体"/>
          <a:cs typeface="思源黑体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思源黑体"/>
          <a:ea typeface="思源黑体"/>
          <a:cs typeface="思源黑体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思源黑体"/>
          <a:ea typeface="思源黑体"/>
          <a:cs typeface="思源黑体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思源黑体"/>
          <a:ea typeface="思源黑体"/>
          <a:cs typeface="思源黑体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思源黑体"/>
          <a:ea typeface="思源黑体"/>
          <a:cs typeface="思源黑体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思源黑体"/>
          <a:ea typeface="思源黑体"/>
          <a:cs typeface="思源黑体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38667" y="511331"/>
            <a:ext cx="6286126" cy="908048"/>
            <a:chOff x="338667" y="3"/>
            <a:chExt cx="6286126" cy="908048"/>
          </a:xfrm>
        </p:grpSpPr>
        <p:sp>
          <p:nvSpPr>
            <p:cNvPr id="2" name="五边形"/>
            <p:cNvSpPr/>
            <p:nvPr/>
          </p:nvSpPr>
          <p:spPr>
            <a:xfrm>
              <a:off x="338667" y="3"/>
              <a:ext cx="731860" cy="908048"/>
            </a:xfrm>
            <a:custGeom>
              <a:avLst/>
              <a:gdLst>
                <a:gd name="connsiteX0" fmla="*/ 0 w 685800"/>
                <a:gd name="connsiteY0" fmla="*/ 0 h 1104900"/>
                <a:gd name="connsiteX1" fmla="*/ 685800 w 685800"/>
                <a:gd name="connsiteY1" fmla="*/ 0 h 1104900"/>
                <a:gd name="connsiteX2" fmla="*/ 685800 w 685800"/>
                <a:gd name="connsiteY2" fmla="*/ 1104900 h 1104900"/>
                <a:gd name="connsiteX3" fmla="*/ 0 w 685800"/>
                <a:gd name="connsiteY3" fmla="*/ 1104900 h 1104900"/>
                <a:gd name="connsiteX4" fmla="*/ 0 w 685800"/>
                <a:gd name="connsiteY4" fmla="*/ 0 h 1104900"/>
                <a:gd name="connsiteX0-1" fmla="*/ 0 w 685800"/>
                <a:gd name="connsiteY0-2" fmla="*/ 0 h 1104900"/>
                <a:gd name="connsiteX1-3" fmla="*/ 685800 w 685800"/>
                <a:gd name="connsiteY1-4" fmla="*/ 0 h 1104900"/>
                <a:gd name="connsiteX2-5" fmla="*/ 685800 w 685800"/>
                <a:gd name="connsiteY2-6" fmla="*/ 1104900 h 1104900"/>
                <a:gd name="connsiteX3-7" fmla="*/ 342900 w 685800"/>
                <a:gd name="connsiteY3-8" fmla="*/ 1092200 h 1104900"/>
                <a:gd name="connsiteX4-9" fmla="*/ 0 w 685800"/>
                <a:gd name="connsiteY4-10" fmla="*/ 1104900 h 1104900"/>
                <a:gd name="connsiteX5" fmla="*/ 0 w 685800"/>
                <a:gd name="connsiteY5" fmla="*/ 0 h 1104900"/>
                <a:gd name="connsiteX0-11" fmla="*/ 0 w 685800"/>
                <a:gd name="connsiteY0-12" fmla="*/ 0 h 1295400"/>
                <a:gd name="connsiteX1-13" fmla="*/ 685800 w 685800"/>
                <a:gd name="connsiteY1-14" fmla="*/ 0 h 1295400"/>
                <a:gd name="connsiteX2-15" fmla="*/ 685800 w 685800"/>
                <a:gd name="connsiteY2-16" fmla="*/ 1104900 h 1295400"/>
                <a:gd name="connsiteX3-17" fmla="*/ 342900 w 685800"/>
                <a:gd name="connsiteY3-18" fmla="*/ 1295400 h 1295400"/>
                <a:gd name="connsiteX4-19" fmla="*/ 0 w 685800"/>
                <a:gd name="connsiteY4-20" fmla="*/ 1104900 h 1295400"/>
                <a:gd name="connsiteX5-21" fmla="*/ 0 w 685800"/>
                <a:gd name="connsiteY5-22" fmla="*/ 0 h 12954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21" y="connsiteY5-22"/>
                </a:cxn>
              </a:cxnLst>
              <a:rect l="l" t="t" r="r" b="b"/>
              <a:pathLst>
                <a:path w="685800" h="1295400">
                  <a:moveTo>
                    <a:pt x="0" y="0"/>
                  </a:moveTo>
                  <a:lnTo>
                    <a:pt x="685800" y="0"/>
                  </a:lnTo>
                  <a:lnTo>
                    <a:pt x="685800" y="1104900"/>
                  </a:lnTo>
                  <a:lnTo>
                    <a:pt x="342900" y="1295400"/>
                  </a:lnTo>
                  <a:lnTo>
                    <a:pt x="0" y="1104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noAutofit/>
            </a:bodyPr>
            <a:lstStyle/>
            <a:p>
              <a:pPr algn="ctr">
                <a:defRPr>
                  <a:latin typeface="思源黑体"/>
                  <a:ea typeface="思源黑体"/>
                  <a:cs typeface="思源黑体"/>
                </a:defRPr>
              </a:pPr>
              <a:endParaRPr lang="zh-CN" altLang="en-US" sz="2400">
                <a:solidFill>
                  <a:prstClr val="white"/>
                </a:solidFill>
                <a:latin typeface="思源黑体" panose="020B0604020202020204" pitchFamily="34" charset="0"/>
                <a:ea typeface="思源黑体" panose="020B0503020204020204" charset="-122"/>
                <a:sym typeface="Arial" panose="020B0604020202020204" pitchFamily="34" charset="0"/>
                <a:cs typeface="思源黑体"/>
              </a:endParaRPr>
            </a:p>
          </p:txBody>
        </p:sp>
        <p:grpSp>
          <p:nvGrpSpPr>
            <p:cNvPr id="3" name="组合"/>
            <p:cNvGrpSpPr/>
            <p:nvPr/>
          </p:nvGrpSpPr>
          <p:grpSpPr>
            <a:xfrm>
              <a:off x="1161984" y="57212"/>
              <a:ext cx="5462809" cy="770215"/>
              <a:chOff x="876234" y="57212"/>
              <a:chExt cx="5462809" cy="770215"/>
            </a:xfrm>
          </p:grpSpPr>
          <p:sp>
            <p:nvSpPr>
              <p:cNvPr id="7" name="Strong Preparation"/>
              <p:cNvSpPr txBox="1"/>
              <p:nvPr/>
            </p:nvSpPr>
            <p:spPr>
              <a:xfrm>
                <a:off x="958882" y="542947"/>
                <a:ext cx="2623384" cy="2844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dist">
                  <a:lnSpc>
                    <a:spcPct val="120000"/>
                  </a:lnSpc>
                  <a:defRPr>
                    <a:latin typeface="思源黑体"/>
                    <a:ea typeface="思源黑体"/>
                    <a:cs typeface="思源黑体"/>
                  </a:defRPr>
                </a:pPr>
                <a:endParaRPr lang="en-US" altLang="zh-CN" sz="1050">
                  <a:solidFill>
                    <a:prstClr val="white">
                      <a:lumMod val="50000"/>
                    </a:prstClr>
                  </a:solidFill>
                  <a:latin typeface="思源黑体" panose="020B0604020202020204" pitchFamily="34" charset="0"/>
                  <a:ea typeface="思源黑体" panose="020B0503020204020204" charset="-122"/>
                  <a:cs typeface="思源黑体"/>
                </a:endParaRPr>
              </a:p>
            </p:txBody>
          </p:sp>
          <p:sp>
            <p:nvSpPr>
              <p:cNvPr id="8" name="基础扎实"/>
              <p:cNvSpPr txBox="1"/>
              <p:nvPr/>
            </p:nvSpPr>
            <p:spPr>
              <a:xfrm>
                <a:off x="876234" y="57212"/>
                <a:ext cx="5462809" cy="48577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l" defTabSz="457200">
                  <a:lnSpc>
                    <a:spcPct val="120000"/>
                  </a:lnSpc>
                  <a:defRPr sz="2800" b="1">
                    <a:solidFill>
                      <a:srgbClr val="003399"/>
                    </a:solidFill>
                    <a:latin typeface="思源黑体"/>
                    <a:ea typeface="思源黑体"/>
                    <a:cs typeface="思源黑体"/>
                  </a:defRPr>
                </a:pPr>
                <a:r>
                  <a:rPr sz="2800" b="1">
                    <a:solidFill>
                      <a:srgbClr val="003399"/>
                    </a:solidFill>
                    <a:latin typeface="思源黑体"/>
                    <a:ea typeface="思源黑体"/>
                    <a:cs typeface="思源黑体"/>
                  </a:rPr>
                  <a:t>文献综述</a:t>
                </a:r>
                <a:endParaRPr lang="en-US" altLang="zh-CN" sz="2800" b="1" spc="300">
                  <a:solidFill>
                    <a:srgbClr val="003399"/>
                  </a:solidFill>
                  <a:latin typeface="思源黑体"/>
                  <a:ea typeface="思源黑体"/>
                  <a:cs typeface="思源黑体"/>
                </a:endParaRPr>
              </a:p>
            </p:txBody>
          </p:sp>
        </p:grpSp>
        <p:sp>
          <p:nvSpPr>
            <p:cNvPr id="9" name="齿轮"/>
            <p:cNvSpPr>
              <a:spLocks noChangeAspect="1"/>
            </p:cNvSpPr>
            <p:nvPr/>
          </p:nvSpPr>
          <p:spPr bwMode="auto">
            <a:xfrm>
              <a:off x="503953" y="252985"/>
              <a:ext cx="401288" cy="402081"/>
            </a:xfrm>
            <a:custGeom>
              <a:avLst/>
              <a:gdLst>
                <a:gd name="T0" fmla="*/ 3717 w 3906"/>
                <a:gd name="T1" fmla="*/ 1560 h 3920"/>
                <a:gd name="T2" fmla="*/ 3475 w 3906"/>
                <a:gd name="T3" fmla="*/ 1560 h 3920"/>
                <a:gd name="T4" fmla="*/ 3313 w 3906"/>
                <a:gd name="T5" fmla="*/ 1170 h 3920"/>
                <a:gd name="T6" fmla="*/ 3491 w 3906"/>
                <a:gd name="T7" fmla="*/ 992 h 3920"/>
                <a:gd name="T8" fmla="*/ 3491 w 3906"/>
                <a:gd name="T9" fmla="*/ 709 h 3920"/>
                <a:gd name="T10" fmla="*/ 3215 w 3906"/>
                <a:gd name="T11" fmla="*/ 433 h 3920"/>
                <a:gd name="T12" fmla="*/ 3074 w 3906"/>
                <a:gd name="T13" fmla="*/ 374 h 3920"/>
                <a:gd name="T14" fmla="*/ 2932 w 3906"/>
                <a:gd name="T15" fmla="*/ 433 h 3920"/>
                <a:gd name="T16" fmla="*/ 2752 w 3906"/>
                <a:gd name="T17" fmla="*/ 609 h 3920"/>
                <a:gd name="T18" fmla="*/ 2346 w 3906"/>
                <a:gd name="T19" fmla="*/ 442 h 3920"/>
                <a:gd name="T20" fmla="*/ 2346 w 3906"/>
                <a:gd name="T21" fmla="*/ 200 h 3920"/>
                <a:gd name="T22" fmla="*/ 2153 w 3906"/>
                <a:gd name="T23" fmla="*/ 0 h 3920"/>
                <a:gd name="T24" fmla="*/ 1762 w 3906"/>
                <a:gd name="T25" fmla="*/ 0 h 3920"/>
                <a:gd name="T26" fmla="*/ 1560 w 3906"/>
                <a:gd name="T27" fmla="*/ 200 h 3920"/>
                <a:gd name="T28" fmla="*/ 1560 w 3906"/>
                <a:gd name="T29" fmla="*/ 442 h 3920"/>
                <a:gd name="T30" fmla="*/ 1174 w 3906"/>
                <a:gd name="T31" fmla="*/ 601 h 3920"/>
                <a:gd name="T32" fmla="*/ 1009 w 3906"/>
                <a:gd name="T33" fmla="*/ 435 h 3920"/>
                <a:gd name="T34" fmla="*/ 726 w 3906"/>
                <a:gd name="T35" fmla="*/ 435 h 3920"/>
                <a:gd name="T36" fmla="*/ 450 w 3906"/>
                <a:gd name="T37" fmla="*/ 711 h 3920"/>
                <a:gd name="T38" fmla="*/ 450 w 3906"/>
                <a:gd name="T39" fmla="*/ 994 h 3920"/>
                <a:gd name="T40" fmla="*/ 611 w 3906"/>
                <a:gd name="T41" fmla="*/ 1155 h 3920"/>
                <a:gd name="T42" fmla="*/ 441 w 3906"/>
                <a:gd name="T43" fmla="*/ 1560 h 3920"/>
                <a:gd name="T44" fmla="*/ 204 w 3906"/>
                <a:gd name="T45" fmla="*/ 1560 h 3920"/>
                <a:gd name="T46" fmla="*/ 0 w 3906"/>
                <a:gd name="T47" fmla="*/ 1761 h 3920"/>
                <a:gd name="T48" fmla="*/ 0 w 3906"/>
                <a:gd name="T49" fmla="*/ 2152 h 3920"/>
                <a:gd name="T50" fmla="*/ 204 w 3906"/>
                <a:gd name="T51" fmla="*/ 2347 h 3920"/>
                <a:gd name="T52" fmla="*/ 439 w 3906"/>
                <a:gd name="T53" fmla="*/ 2347 h 3920"/>
                <a:gd name="T54" fmla="*/ 608 w 3906"/>
                <a:gd name="T55" fmla="*/ 2754 h 3920"/>
                <a:gd name="T56" fmla="*/ 448 w 3906"/>
                <a:gd name="T57" fmla="*/ 2916 h 3920"/>
                <a:gd name="T58" fmla="*/ 448 w 3906"/>
                <a:gd name="T59" fmla="*/ 3199 h 3920"/>
                <a:gd name="T60" fmla="*/ 724 w 3906"/>
                <a:gd name="T61" fmla="*/ 3476 h 3920"/>
                <a:gd name="T62" fmla="*/ 866 w 3906"/>
                <a:gd name="T63" fmla="*/ 3535 h 3920"/>
                <a:gd name="T64" fmla="*/ 1007 w 3906"/>
                <a:gd name="T65" fmla="*/ 3476 h 3920"/>
                <a:gd name="T66" fmla="*/ 1167 w 3906"/>
                <a:gd name="T67" fmla="*/ 3315 h 3920"/>
                <a:gd name="T68" fmla="*/ 1560 w 3906"/>
                <a:gd name="T69" fmla="*/ 3478 h 3920"/>
                <a:gd name="T70" fmla="*/ 1560 w 3906"/>
                <a:gd name="T71" fmla="*/ 3713 h 3920"/>
                <a:gd name="T72" fmla="*/ 1762 w 3906"/>
                <a:gd name="T73" fmla="*/ 3920 h 3920"/>
                <a:gd name="T74" fmla="*/ 2153 w 3906"/>
                <a:gd name="T75" fmla="*/ 3920 h 3920"/>
                <a:gd name="T76" fmla="*/ 2346 w 3906"/>
                <a:gd name="T77" fmla="*/ 3713 h 3920"/>
                <a:gd name="T78" fmla="*/ 2346 w 3906"/>
                <a:gd name="T79" fmla="*/ 3478 h 3920"/>
                <a:gd name="T80" fmla="*/ 2758 w 3906"/>
                <a:gd name="T81" fmla="*/ 3306 h 3920"/>
                <a:gd name="T82" fmla="*/ 2932 w 3906"/>
                <a:gd name="T83" fmla="*/ 3478 h 3920"/>
                <a:gd name="T84" fmla="*/ 3075 w 3906"/>
                <a:gd name="T85" fmla="*/ 3537 h 3920"/>
                <a:gd name="T86" fmla="*/ 3217 w 3906"/>
                <a:gd name="T87" fmla="*/ 3478 h 3920"/>
                <a:gd name="T88" fmla="*/ 3493 w 3906"/>
                <a:gd name="T89" fmla="*/ 3202 h 3920"/>
                <a:gd name="T90" fmla="*/ 3493 w 3906"/>
                <a:gd name="T91" fmla="*/ 2919 h 3920"/>
                <a:gd name="T92" fmla="*/ 3317 w 3906"/>
                <a:gd name="T93" fmla="*/ 2740 h 3920"/>
                <a:gd name="T94" fmla="*/ 3477 w 3906"/>
                <a:gd name="T95" fmla="*/ 2347 h 3920"/>
                <a:gd name="T96" fmla="*/ 3717 w 3906"/>
                <a:gd name="T97" fmla="*/ 2347 h 3920"/>
                <a:gd name="T98" fmla="*/ 3906 w 3906"/>
                <a:gd name="T99" fmla="*/ 2152 h 3920"/>
                <a:gd name="T100" fmla="*/ 3906 w 3906"/>
                <a:gd name="T101" fmla="*/ 1761 h 3920"/>
                <a:gd name="T102" fmla="*/ 3717 w 3906"/>
                <a:gd name="T103" fmla="*/ 1560 h 3920"/>
                <a:gd name="T104" fmla="*/ 2540 w 3906"/>
                <a:gd name="T105" fmla="*/ 1960 h 3920"/>
                <a:gd name="T106" fmla="*/ 1958 w 3906"/>
                <a:gd name="T107" fmla="*/ 2542 h 3920"/>
                <a:gd name="T108" fmla="*/ 1376 w 3906"/>
                <a:gd name="T109" fmla="*/ 1960 h 3920"/>
                <a:gd name="T110" fmla="*/ 1958 w 3906"/>
                <a:gd name="T111" fmla="*/ 1378 h 3920"/>
                <a:gd name="T112" fmla="*/ 2540 w 3906"/>
                <a:gd name="T113" fmla="*/ 1960 h 39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906" h="3920">
                  <a:moveTo>
                    <a:pt x="3717" y="1560"/>
                  </a:moveTo>
                  <a:lnTo>
                    <a:pt x="3475" y="1560"/>
                  </a:lnTo>
                  <a:cubicBezTo>
                    <a:pt x="3439" y="1427"/>
                    <a:pt x="3384" y="1291"/>
                    <a:pt x="3313" y="1170"/>
                  </a:cubicBezTo>
                  <a:lnTo>
                    <a:pt x="3491" y="992"/>
                  </a:lnTo>
                  <a:cubicBezTo>
                    <a:pt x="3570" y="914"/>
                    <a:pt x="3570" y="787"/>
                    <a:pt x="3491" y="709"/>
                  </a:cubicBezTo>
                  <a:lnTo>
                    <a:pt x="3215" y="433"/>
                  </a:lnTo>
                  <a:cubicBezTo>
                    <a:pt x="3177" y="395"/>
                    <a:pt x="3127" y="374"/>
                    <a:pt x="3074" y="374"/>
                  </a:cubicBezTo>
                  <a:cubicBezTo>
                    <a:pt x="3020" y="374"/>
                    <a:pt x="2970" y="395"/>
                    <a:pt x="2932" y="433"/>
                  </a:cubicBezTo>
                  <a:lnTo>
                    <a:pt x="2752" y="609"/>
                  </a:lnTo>
                  <a:cubicBezTo>
                    <a:pt x="2628" y="536"/>
                    <a:pt x="2493" y="479"/>
                    <a:pt x="2346" y="442"/>
                  </a:cubicBezTo>
                  <a:lnTo>
                    <a:pt x="2346" y="200"/>
                  </a:lnTo>
                  <a:cubicBezTo>
                    <a:pt x="2346" y="90"/>
                    <a:pt x="2264" y="0"/>
                    <a:pt x="2153" y="0"/>
                  </a:cubicBezTo>
                  <a:lnTo>
                    <a:pt x="1762" y="0"/>
                  </a:lnTo>
                  <a:cubicBezTo>
                    <a:pt x="1652" y="0"/>
                    <a:pt x="1560" y="90"/>
                    <a:pt x="1560" y="200"/>
                  </a:cubicBezTo>
                  <a:lnTo>
                    <a:pt x="1560" y="442"/>
                  </a:lnTo>
                  <a:cubicBezTo>
                    <a:pt x="1426" y="477"/>
                    <a:pt x="1294" y="531"/>
                    <a:pt x="1174" y="601"/>
                  </a:cubicBezTo>
                  <a:lnTo>
                    <a:pt x="1009" y="435"/>
                  </a:lnTo>
                  <a:cubicBezTo>
                    <a:pt x="930" y="357"/>
                    <a:pt x="804" y="357"/>
                    <a:pt x="726" y="435"/>
                  </a:cubicBezTo>
                  <a:lnTo>
                    <a:pt x="450" y="711"/>
                  </a:lnTo>
                  <a:cubicBezTo>
                    <a:pt x="372" y="789"/>
                    <a:pt x="372" y="916"/>
                    <a:pt x="450" y="994"/>
                  </a:cubicBezTo>
                  <a:lnTo>
                    <a:pt x="611" y="1155"/>
                  </a:lnTo>
                  <a:cubicBezTo>
                    <a:pt x="536" y="1280"/>
                    <a:pt x="478" y="1413"/>
                    <a:pt x="441" y="1560"/>
                  </a:cubicBezTo>
                  <a:lnTo>
                    <a:pt x="204" y="1560"/>
                  </a:lnTo>
                  <a:cubicBezTo>
                    <a:pt x="94" y="1560"/>
                    <a:pt x="0" y="1651"/>
                    <a:pt x="0" y="1761"/>
                  </a:cubicBezTo>
                  <a:lnTo>
                    <a:pt x="0" y="2152"/>
                  </a:lnTo>
                  <a:cubicBezTo>
                    <a:pt x="0" y="2263"/>
                    <a:pt x="94" y="2347"/>
                    <a:pt x="204" y="2347"/>
                  </a:cubicBezTo>
                  <a:lnTo>
                    <a:pt x="439" y="2347"/>
                  </a:lnTo>
                  <a:cubicBezTo>
                    <a:pt x="476" y="2493"/>
                    <a:pt x="534" y="2629"/>
                    <a:pt x="608" y="2754"/>
                  </a:cubicBezTo>
                  <a:lnTo>
                    <a:pt x="448" y="2916"/>
                  </a:lnTo>
                  <a:cubicBezTo>
                    <a:pt x="370" y="2994"/>
                    <a:pt x="370" y="3121"/>
                    <a:pt x="448" y="3199"/>
                  </a:cubicBezTo>
                  <a:lnTo>
                    <a:pt x="724" y="3476"/>
                  </a:lnTo>
                  <a:cubicBezTo>
                    <a:pt x="763" y="3515"/>
                    <a:pt x="815" y="3535"/>
                    <a:pt x="866" y="3535"/>
                  </a:cubicBezTo>
                  <a:cubicBezTo>
                    <a:pt x="917" y="3535"/>
                    <a:pt x="968" y="3515"/>
                    <a:pt x="1007" y="3476"/>
                  </a:cubicBezTo>
                  <a:lnTo>
                    <a:pt x="1167" y="3315"/>
                  </a:lnTo>
                  <a:cubicBezTo>
                    <a:pt x="1289" y="3386"/>
                    <a:pt x="1413" y="3441"/>
                    <a:pt x="1560" y="3478"/>
                  </a:cubicBezTo>
                  <a:lnTo>
                    <a:pt x="1560" y="3713"/>
                  </a:lnTo>
                  <a:cubicBezTo>
                    <a:pt x="1560" y="3824"/>
                    <a:pt x="1652" y="3920"/>
                    <a:pt x="1762" y="3920"/>
                  </a:cubicBezTo>
                  <a:lnTo>
                    <a:pt x="2153" y="3920"/>
                  </a:lnTo>
                  <a:cubicBezTo>
                    <a:pt x="2264" y="3920"/>
                    <a:pt x="2346" y="3824"/>
                    <a:pt x="2346" y="3713"/>
                  </a:cubicBezTo>
                  <a:lnTo>
                    <a:pt x="2346" y="3478"/>
                  </a:lnTo>
                  <a:cubicBezTo>
                    <a:pt x="2493" y="3440"/>
                    <a:pt x="2632" y="3381"/>
                    <a:pt x="2758" y="3306"/>
                  </a:cubicBezTo>
                  <a:lnTo>
                    <a:pt x="2932" y="3478"/>
                  </a:lnTo>
                  <a:cubicBezTo>
                    <a:pt x="2971" y="3518"/>
                    <a:pt x="3024" y="3537"/>
                    <a:pt x="3075" y="3537"/>
                  </a:cubicBezTo>
                  <a:cubicBezTo>
                    <a:pt x="3126" y="3537"/>
                    <a:pt x="3178" y="3518"/>
                    <a:pt x="3217" y="3478"/>
                  </a:cubicBezTo>
                  <a:lnTo>
                    <a:pt x="3493" y="3202"/>
                  </a:lnTo>
                  <a:cubicBezTo>
                    <a:pt x="3571" y="3124"/>
                    <a:pt x="3572" y="2997"/>
                    <a:pt x="3493" y="2919"/>
                  </a:cubicBezTo>
                  <a:lnTo>
                    <a:pt x="3317" y="2740"/>
                  </a:lnTo>
                  <a:cubicBezTo>
                    <a:pt x="3387" y="2619"/>
                    <a:pt x="3441" y="2493"/>
                    <a:pt x="3477" y="2347"/>
                  </a:cubicBezTo>
                  <a:lnTo>
                    <a:pt x="3717" y="2347"/>
                  </a:lnTo>
                  <a:cubicBezTo>
                    <a:pt x="3828" y="2347"/>
                    <a:pt x="3906" y="2263"/>
                    <a:pt x="3906" y="2152"/>
                  </a:cubicBezTo>
                  <a:lnTo>
                    <a:pt x="3906" y="1761"/>
                  </a:lnTo>
                  <a:cubicBezTo>
                    <a:pt x="3906" y="1651"/>
                    <a:pt x="3828" y="1560"/>
                    <a:pt x="3717" y="1560"/>
                  </a:cubicBezTo>
                  <a:close/>
                  <a:moveTo>
                    <a:pt x="2540" y="1960"/>
                  </a:moveTo>
                  <a:cubicBezTo>
                    <a:pt x="2540" y="2281"/>
                    <a:pt x="2279" y="2542"/>
                    <a:pt x="1958" y="2542"/>
                  </a:cubicBezTo>
                  <a:cubicBezTo>
                    <a:pt x="1637" y="2542"/>
                    <a:pt x="1376" y="2281"/>
                    <a:pt x="1376" y="1960"/>
                  </a:cubicBezTo>
                  <a:cubicBezTo>
                    <a:pt x="1376" y="1639"/>
                    <a:pt x="1637" y="1378"/>
                    <a:pt x="1958" y="1378"/>
                  </a:cubicBezTo>
                  <a:cubicBezTo>
                    <a:pt x="2279" y="1378"/>
                    <a:pt x="2540" y="1639"/>
                    <a:pt x="2540" y="196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>
                <a:defRPr>
                  <a:latin typeface="思源黑体"/>
                  <a:ea typeface="思源黑体"/>
                  <a:cs typeface="思源黑体"/>
                </a:defRPr>
              </a:pPr>
              <a:endParaRPr lang="zh-CN" altLang="en-US">
                <a:latin typeface="思源黑体" panose="020B0604020202020204" pitchFamily="34" charset="0"/>
                <a:ea typeface="思源黑体" panose="020B0503020204020204" charset="-122"/>
                <a:sym typeface="Arial" panose="020B0604020202020204" pitchFamily="34" charset="0"/>
                <a:cs typeface="思源黑体"/>
              </a:endParaRPr>
            </a:p>
          </p:txBody>
        </p:sp>
      </p:grpSp>
      <p:sp>
        <p:nvSpPr>
          <p:cNvPr id="14" name="合作QQ： 243001978"/>
          <p:cNvSpPr/>
          <p:nvPr/>
        </p:nvSpPr>
        <p:spPr>
          <a:xfrm>
            <a:off x="9280000" y="6650000"/>
            <a:ext cx="2800000" cy="16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750" b="0">
                <a:solidFill>
                  <a:srgbClr val="7F7F7F"/>
                </a:solidFill>
                <a:latin typeface="思源黑体"/>
                <a:ea typeface="思源黑体"/>
                <a:cs typeface="思源黑体"/>
              </a:defRPr>
            </a:pPr>
            <a:r>
              <a:rPr sz="750" b="0">
                <a:solidFill>
                  <a:srgbClr val="7F7F7F"/>
                </a:solidFill>
                <a:latin typeface="思源黑体"/>
                <a:ea typeface="思源黑体"/>
                <a:cs typeface="思源黑体"/>
              </a:rPr>
              <a:t>水陆两栖应急配送舰队 · 开题报告</a:t>
            </a:r>
            <a:endParaRPr lang="zh-CN" altLang="en-US">
              <a:solidFill>
                <a:srgbClr val="FFFFFF"/>
              </a:solidFill>
              <a:latin typeface="思源黑体"/>
              <a:ea typeface="思源黑体"/>
              <a:cs typeface="思源黑体"/>
            </a:endParaRPr>
          </a:p>
        </p:txBody>
      </p:sp>
      <p:sp>
        <p:nvSpPr>
          <p:cNvPr id="45" name="色块"/>
          <p:cNvSpPr>
            <a:spLocks noChangeArrowheads="1"/>
          </p:cNvSpPr>
          <p:nvPr/>
        </p:nvSpPr>
        <p:spPr bwMode="auto">
          <a:xfrm>
            <a:off x="0" y="0"/>
            <a:ext cx="12192000" cy="46736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>
              <a:defRPr>
                <a:latin typeface="思源黑体"/>
                <a:ea typeface="思源黑体"/>
                <a:cs typeface="思源黑体"/>
              </a:defRPr>
            </a:pPr>
            <a:endParaRPr lang="zh-CN" altLang="en-US">
              <a:latin typeface="思源黑体" panose="020B0604020202020204" pitchFamily="34" charset="0"/>
              <a:ea typeface="思源黑体" panose="020B0503020204020204" charset="-122"/>
              <a:sym typeface="Arial" panose="020B0604020202020204" pitchFamily="34" charset="0"/>
              <a:cs typeface="思源黑体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4988560" y="0"/>
            <a:ext cx="2204720" cy="467360"/>
          </a:xfrm>
          <a:prstGeom prst="rect">
            <a:avLst/>
          </a:prstGeom>
          <a:solidFill>
            <a:srgbClr val="E2E6ED">
              <a:alpha val="100000"/>
            </a:srgbClr>
          </a:solidFill>
          <a:ln w="127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>
              <a:defRPr>
                <a:latin typeface="思源黑体"/>
                <a:ea typeface="思源黑体"/>
                <a:cs typeface="思源黑体"/>
              </a:defRPr>
            </a:pPr>
            <a:endParaRPr lang="zh-CN" altLang="en-US">
              <a:solidFill>
                <a:srgbClr val="000000"/>
              </a:solidFill>
              <a:latin typeface="思源黑体"/>
              <a:ea typeface="思源黑体"/>
              <a:cs typeface="思源黑体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1117600" y="48895"/>
            <a:ext cx="10972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>
              <a:defRPr>
                <a:latin typeface="思源黑体"/>
                <a:ea typeface="思源黑体"/>
                <a:cs typeface="思源黑体"/>
              </a:defRPr>
            </a:pPr>
            <a:r>
              <a:rPr lang="zh-CN" altLang="en-US" b="1">
                <a:solidFill>
                  <a:srgbClr val="F2F2F2"/>
                </a:solidFill>
                <a:latin typeface="思源黑体"/>
                <a:ea typeface="思源黑体"/>
                <a:cs typeface="思源黑体"/>
              </a:rPr>
              <a:t>问题识别</a:t>
            </a:r>
            <a:endParaRPr lang="zh-CN" altLang="en-US" b="1">
              <a:solidFill>
                <a:srgbClr val="F2F2F2"/>
              </a:solidFill>
              <a:latin typeface="思源黑体"/>
              <a:ea typeface="思源黑体"/>
              <a:cs typeface="思源黑体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5547360" y="48895"/>
            <a:ext cx="10972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>
              <a:defRPr>
                <a:latin typeface="思源黑体"/>
                <a:ea typeface="思源黑体"/>
                <a:cs typeface="思源黑体"/>
              </a:defRPr>
            </a:pPr>
            <a:r>
              <a:rPr lang="zh-CN" altLang="en-US" b="1">
                <a:solidFill>
                  <a:srgbClr val="2E75B6"/>
                </a:solidFill>
                <a:latin typeface="思源黑体"/>
                <a:ea typeface="思源黑体"/>
                <a:cs typeface="思源黑体"/>
              </a:rPr>
              <a:t>文献调研</a:t>
            </a:r>
            <a:endParaRPr lang="zh-CN" altLang="en-US" b="1">
              <a:solidFill>
                <a:srgbClr val="2E75B6"/>
              </a:solidFill>
              <a:latin typeface="思源黑体"/>
              <a:ea typeface="思源黑体"/>
              <a:cs typeface="思源黑体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7762240" y="48895"/>
            <a:ext cx="10972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>
              <a:defRPr>
                <a:latin typeface="思源黑体"/>
                <a:ea typeface="思源黑体"/>
                <a:cs typeface="思源黑体"/>
              </a:defRPr>
            </a:pPr>
            <a:r>
              <a:rPr lang="zh-CN" altLang="en-US" b="1">
                <a:solidFill>
                  <a:srgbClr val="F2F2F2"/>
                </a:solidFill>
                <a:latin typeface="思源黑体"/>
                <a:ea typeface="思源黑体"/>
                <a:cs typeface="思源黑体"/>
              </a:rPr>
              <a:t>方案设计</a:t>
            </a:r>
            <a:endParaRPr lang="zh-CN" altLang="en-US" b="1">
              <a:solidFill>
                <a:srgbClr val="F2F2F2"/>
              </a:solidFill>
              <a:latin typeface="思源黑体"/>
              <a:ea typeface="思源黑体"/>
              <a:cs typeface="思源黑体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9977120" y="48895"/>
            <a:ext cx="10972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>
              <a:defRPr>
                <a:latin typeface="思源黑体"/>
                <a:ea typeface="思源黑体"/>
                <a:cs typeface="思源黑体"/>
              </a:defRPr>
            </a:pPr>
            <a:r>
              <a:rPr lang="zh-CN" altLang="en-US" b="1">
                <a:solidFill>
                  <a:srgbClr val="F2F2F2"/>
                </a:solidFill>
                <a:latin typeface="思源黑体"/>
                <a:ea typeface="思源黑体"/>
                <a:cs typeface="思源黑体"/>
              </a:rPr>
              <a:t>迭代优化</a:t>
            </a:r>
            <a:endParaRPr lang="zh-CN" altLang="en-US" b="1">
              <a:solidFill>
                <a:srgbClr val="F2F2F2"/>
              </a:solidFill>
              <a:latin typeface="思源黑体"/>
              <a:ea typeface="思源黑体"/>
              <a:cs typeface="思源黑体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3332480" y="48895"/>
            <a:ext cx="109728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pPr algn="l">
              <a:defRPr>
                <a:latin typeface="思源黑体"/>
                <a:ea typeface="思源黑体"/>
                <a:cs typeface="思源黑体"/>
              </a:defRPr>
            </a:pPr>
            <a:r>
              <a:rPr lang="zh-CN" altLang="en-US" b="1">
                <a:solidFill>
                  <a:srgbClr val="F2F2F2"/>
                </a:solidFill>
                <a:latin typeface="思源黑体"/>
                <a:ea typeface="思源黑体"/>
                <a:cs typeface="思源黑体"/>
              </a:rPr>
              <a:t>概念构思</a:t>
            </a:r>
            <a:endParaRPr lang="zh-CN" altLang="en-US" b="1">
              <a:solidFill>
                <a:srgbClr val="F2F2F2"/>
              </a:solidFill>
              <a:latin typeface="思源黑体"/>
              <a:ea typeface="思源黑体"/>
              <a:cs typeface="思源黑体"/>
            </a:endParaRPr>
          </a:p>
        </p:txBody>
      </p:sp>
      <p:sp>
        <p:nvSpPr>
          <p:cNvPr id="79" name="Oval 1"/>
          <p:cNvSpPr/>
          <p:nvPr/>
        </p:nvSpPr>
        <p:spPr>
          <a:xfrm>
            <a:off x="9140190" y="4030345"/>
            <a:ext cx="2377440" cy="2377440"/>
          </a:xfrm>
          <a:prstGeom prst="ellipse">
            <a:avLst/>
          </a:prstGeom>
          <a:noFill/>
          <a:ln w="19050">
            <a:solidFill>
              <a:srgbClr val="E2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思源黑体"/>
                <a:ea typeface="思源黑体"/>
                <a:cs typeface="思源黑体"/>
              </a:defRPr>
            </a:pPr>
          </a:p>
        </p:txBody>
      </p:sp>
      <p:sp>
        <p:nvSpPr>
          <p:cNvPr id="80" name="Oval 2"/>
          <p:cNvSpPr/>
          <p:nvPr/>
        </p:nvSpPr>
        <p:spPr>
          <a:xfrm>
            <a:off x="9643110" y="4533265"/>
            <a:ext cx="1371600" cy="1371600"/>
          </a:xfrm>
          <a:prstGeom prst="ellipse">
            <a:avLst/>
          </a:prstGeom>
          <a:noFill/>
          <a:ln w="19050">
            <a:solidFill>
              <a:srgbClr val="E2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思源黑体"/>
                <a:ea typeface="思源黑体"/>
                <a:cs typeface="思源黑体"/>
              </a:defRPr>
            </a:pPr>
          </a:p>
        </p:txBody>
      </p:sp>
      <p:sp>
        <p:nvSpPr>
          <p:cNvPr id="81" name="Oval 3"/>
          <p:cNvSpPr/>
          <p:nvPr/>
        </p:nvSpPr>
        <p:spPr>
          <a:xfrm>
            <a:off x="10100310" y="4990465"/>
            <a:ext cx="457200" cy="457200"/>
          </a:xfrm>
          <a:prstGeom prst="ellipse">
            <a:avLst/>
          </a:prstGeom>
          <a:noFill/>
          <a:ln w="19050">
            <a:solidFill>
              <a:srgbClr val="E2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思源黑体"/>
                <a:ea typeface="思源黑体"/>
                <a:cs typeface="思源黑体"/>
              </a:defRPr>
            </a:pPr>
          </a:p>
        </p:txBody>
      </p:sp>
      <p:sp>
        <p:nvSpPr>
          <p:cNvPr id="82" name="Rectangle 9"/>
          <p:cNvSpPr/>
          <p:nvPr/>
        </p:nvSpPr>
        <p:spPr>
          <a:xfrm>
            <a:off x="819150" y="1470025"/>
            <a:ext cx="5394960" cy="1234440"/>
          </a:xfrm>
          <a:prstGeom prst="rect">
            <a:avLst/>
          </a:prstGeom>
          <a:solidFill>
            <a:srgbClr val="E2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思源黑体"/>
                <a:ea typeface="思源黑体"/>
                <a:cs typeface="思源黑体"/>
              </a:defRPr>
            </a:pPr>
          </a:p>
        </p:txBody>
      </p:sp>
      <p:sp>
        <p:nvSpPr>
          <p:cNvPr id="83" name="Oval 10"/>
          <p:cNvSpPr/>
          <p:nvPr/>
        </p:nvSpPr>
        <p:spPr>
          <a:xfrm>
            <a:off x="1020318" y="1726057"/>
            <a:ext cx="384048" cy="384048"/>
          </a:xfrm>
          <a:prstGeom prst="ellipse">
            <a:avLst/>
          </a:prstGeom>
          <a:solidFill>
            <a:srgbClr val="104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思源黑体"/>
                <a:ea typeface="思源黑体"/>
                <a:cs typeface="思源黑体"/>
              </a:defRPr>
            </a:pPr>
          </a:p>
        </p:txBody>
      </p:sp>
      <p:sp>
        <p:nvSpPr>
          <p:cNvPr id="84" name="TextBox 11"/>
          <p:cNvSpPr txBox="1"/>
          <p:nvPr/>
        </p:nvSpPr>
        <p:spPr>
          <a:xfrm>
            <a:off x="957872" y="1726057"/>
            <a:ext cx="51000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20" b="1">
                <a:solidFill>
                  <a:srgbClr val="FFFFFF"/>
                </a:solidFill>
                <a:latin typeface="思源黑体"/>
                <a:ea typeface="思源黑体"/>
                <a:cs typeface="思源黑体"/>
              </a:defRPr>
            </a:pPr>
            <a:r>
              <a:rPr sz="1420" b="1">
                <a:solidFill>
                  <a:srgbClr val="FFFFFF"/>
                </a:solidFill>
                <a:latin typeface="思源黑体"/>
                <a:ea typeface="思源黑体"/>
                <a:cs typeface="思源黑体"/>
              </a:rPr>
              <a:t>01</a:t>
            </a:r>
            <a:endParaRPr sz="1600" b="1">
              <a:solidFill>
                <a:srgbClr val="FFFFFF"/>
              </a:solidFill>
              <a:latin typeface="思源黑体" panose="020B0604020202020204"/>
              <a:ea typeface="思源黑体" panose="020B0604020202020204"/>
              <a:cs typeface="思源黑体"/>
            </a:endParaRPr>
          </a:p>
        </p:txBody>
      </p:sp>
      <p:sp>
        <p:nvSpPr>
          <p:cNvPr id="85" name="TextBox 12"/>
          <p:cNvSpPr txBox="1"/>
          <p:nvPr/>
        </p:nvSpPr>
        <p:spPr>
          <a:xfrm>
            <a:off x="1550670" y="1616329"/>
            <a:ext cx="4526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80" b="1">
                <a:solidFill>
                  <a:srgbClr val="1045C9"/>
                </a:solidFill>
                <a:latin typeface="思源黑体"/>
                <a:ea typeface="思源黑体"/>
                <a:cs typeface="思源黑体"/>
              </a:defRPr>
            </a:pPr>
            <a:r>
              <a:rPr sz="1480" b="1">
                <a:solidFill>
                  <a:srgbClr val="1045C9"/>
                </a:solidFill>
                <a:latin typeface="思源黑体"/>
                <a:ea typeface="思源黑体"/>
                <a:cs typeface="思源黑体"/>
              </a:rPr>
              <a:t>JAXA月球车部署坡道</a:t>
            </a:r>
            <a:endParaRPr sz="1600" b="1">
              <a:solidFill>
                <a:srgbClr val="1045C9"/>
              </a:solidFill>
              <a:latin typeface="思源黑体" panose="020B0503020204020204" charset="-122"/>
              <a:ea typeface="思源黑体" panose="020B0503020204020204" charset="-122"/>
              <a:cs typeface="思源黑体"/>
            </a:endParaRPr>
          </a:p>
        </p:txBody>
      </p:sp>
      <p:sp>
        <p:nvSpPr>
          <p:cNvPr id="86" name="TextBox 13"/>
          <p:cNvSpPr txBox="1"/>
          <p:nvPr/>
        </p:nvSpPr>
        <p:spPr>
          <a:xfrm>
            <a:off x="1550670" y="1927225"/>
            <a:ext cx="4526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0" b="0">
                <a:solidFill>
                  <a:srgbClr val="7F7F7F"/>
                </a:solidFill>
                <a:latin typeface="思源黑体"/>
                <a:ea typeface="思源黑体"/>
                <a:cs typeface="思源黑体"/>
              </a:defRPr>
            </a:pPr>
            <a:r>
              <a:rPr sz="910" b="0">
                <a:solidFill>
                  <a:srgbClr val="7F7F7F"/>
                </a:solidFill>
                <a:latin typeface="思源黑体"/>
                <a:ea typeface="思源黑体"/>
                <a:cs typeface="思源黑体"/>
              </a:rPr>
              <a:t>Acta Astronautica · 2017, 138: 454–461</a:t>
            </a:r>
            <a:endParaRPr sz="950" b="0">
              <a:solidFill>
                <a:srgbClr val="7F7F7F"/>
              </a:solidFill>
              <a:latin typeface="思源黑体" panose="020B0604020202020204"/>
              <a:ea typeface="思源黑体" panose="020B0604020202020204"/>
              <a:cs typeface="思源黑体"/>
            </a:endParaRPr>
          </a:p>
        </p:txBody>
      </p:sp>
      <p:sp>
        <p:nvSpPr>
          <p:cNvPr id="87" name="TextBox 14"/>
          <p:cNvSpPr txBox="1"/>
          <p:nvPr/>
        </p:nvSpPr>
        <p:spPr>
          <a:xfrm>
            <a:off x="1056894" y="2256409"/>
            <a:ext cx="5010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5" b="0">
                <a:solidFill>
                  <a:srgbClr val="000000"/>
                </a:solidFill>
                <a:latin typeface="思源黑体"/>
                <a:ea typeface="思源黑体"/>
                <a:cs typeface="思源黑体"/>
              </a:defRPr>
            </a:pPr>
            <a:r>
              <a:rPr sz="955" b="0">
                <a:solidFill>
                  <a:srgbClr val="000000"/>
                </a:solidFill>
                <a:latin typeface="思源黑体"/>
                <a:ea typeface="思源黑体"/>
                <a:cs typeface="思源黑体"/>
              </a:rPr>
              <a:t>伸缩式与折叠式坡道方案权衡，折叠式因机构简单、故障冗余更高被选为任务方案</a:t>
            </a:r>
            <a:endParaRPr sz="1100" b="0">
              <a:solidFill>
                <a:srgbClr val="000000"/>
              </a:solidFill>
              <a:latin typeface="思源黑体" panose="020B0503020204020204" charset="-122"/>
              <a:ea typeface="思源黑体" panose="020B0503020204020204" charset="-122"/>
              <a:cs typeface="思源黑体"/>
            </a:endParaRPr>
          </a:p>
        </p:txBody>
      </p:sp>
      <p:sp>
        <p:nvSpPr>
          <p:cNvPr id="88" name="TextBox 15"/>
          <p:cNvSpPr txBox="1"/>
          <p:nvPr/>
        </p:nvSpPr>
        <p:spPr>
          <a:xfrm>
            <a:off x="1056894" y="2494153"/>
            <a:ext cx="50109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5" b="0">
                <a:solidFill>
                  <a:srgbClr val="2E75B6"/>
                </a:solidFill>
                <a:latin typeface="思源黑体"/>
                <a:ea typeface="思源黑体"/>
                <a:cs typeface="思源黑体"/>
              </a:defRPr>
            </a:pPr>
            <a:r>
              <a:rPr sz="915" b="0">
                <a:solidFill>
                  <a:srgbClr val="2E75B6"/>
                </a:solidFill>
                <a:latin typeface="思源黑体"/>
                <a:ea typeface="思源黑体"/>
                <a:cs typeface="思源黑体"/>
              </a:rPr>
              <a:t>✓ 对塔设计的启示：折叠冗余方案，快速架设</a:t>
            </a:r>
            <a:endParaRPr sz="1000" b="0">
              <a:solidFill>
                <a:srgbClr val="2E75B6"/>
              </a:solidFill>
              <a:latin typeface="思源黑体" panose="020B0503020204020204" charset="-122"/>
              <a:ea typeface="思源黑体" panose="020B0503020204020204" charset="-122"/>
              <a:cs typeface="思源黑体"/>
            </a:endParaRPr>
          </a:p>
        </p:txBody>
      </p:sp>
      <p:sp>
        <p:nvSpPr>
          <p:cNvPr id="89" name="Rectangle 16"/>
          <p:cNvSpPr/>
          <p:nvPr/>
        </p:nvSpPr>
        <p:spPr>
          <a:xfrm>
            <a:off x="6698742" y="1470025"/>
            <a:ext cx="5394960" cy="1234440"/>
          </a:xfrm>
          <a:prstGeom prst="rect">
            <a:avLst/>
          </a:prstGeom>
          <a:solidFill>
            <a:srgbClr val="E2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思源黑体"/>
                <a:ea typeface="思源黑体"/>
                <a:cs typeface="思源黑体"/>
              </a:defRPr>
            </a:pPr>
          </a:p>
        </p:txBody>
      </p:sp>
      <p:sp>
        <p:nvSpPr>
          <p:cNvPr id="90" name="Oval 17"/>
          <p:cNvSpPr/>
          <p:nvPr/>
        </p:nvSpPr>
        <p:spPr>
          <a:xfrm>
            <a:off x="6899909" y="1726057"/>
            <a:ext cx="384048" cy="384048"/>
          </a:xfrm>
          <a:prstGeom prst="ellipse">
            <a:avLst/>
          </a:prstGeom>
          <a:solidFill>
            <a:srgbClr val="104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思源黑体"/>
                <a:ea typeface="思源黑体"/>
                <a:cs typeface="思源黑体"/>
              </a:defRPr>
            </a:pPr>
          </a:p>
        </p:txBody>
      </p:sp>
      <p:sp>
        <p:nvSpPr>
          <p:cNvPr id="91" name="TextBox 18"/>
          <p:cNvSpPr txBox="1"/>
          <p:nvPr/>
        </p:nvSpPr>
        <p:spPr>
          <a:xfrm>
            <a:off x="6837463" y="1726057"/>
            <a:ext cx="51000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20" b="1">
                <a:solidFill>
                  <a:srgbClr val="FFFFFF"/>
                </a:solidFill>
                <a:latin typeface="思源黑体"/>
                <a:ea typeface="思源黑体"/>
                <a:cs typeface="思源黑体"/>
              </a:defRPr>
            </a:pPr>
            <a:r>
              <a:rPr sz="1420" b="1">
                <a:solidFill>
                  <a:srgbClr val="FFFFFF"/>
                </a:solidFill>
                <a:latin typeface="思源黑体"/>
                <a:ea typeface="思源黑体"/>
                <a:cs typeface="思源黑体"/>
              </a:rPr>
              <a:t>02</a:t>
            </a:r>
            <a:endParaRPr sz="1600" b="1">
              <a:solidFill>
                <a:srgbClr val="FFFFFF"/>
              </a:solidFill>
              <a:latin typeface="思源黑体" panose="020B0604020202020204"/>
              <a:ea typeface="思源黑体" panose="020B0604020202020204"/>
              <a:cs typeface="思源黑体"/>
            </a:endParaRPr>
          </a:p>
        </p:txBody>
      </p:sp>
      <p:sp>
        <p:nvSpPr>
          <p:cNvPr id="92" name="TextBox 19"/>
          <p:cNvSpPr txBox="1"/>
          <p:nvPr/>
        </p:nvSpPr>
        <p:spPr>
          <a:xfrm>
            <a:off x="7430262" y="1616329"/>
            <a:ext cx="4526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80" b="1">
                <a:solidFill>
                  <a:srgbClr val="1045C9"/>
                </a:solidFill>
                <a:latin typeface="思源黑体"/>
                <a:ea typeface="思源黑体"/>
                <a:cs typeface="思源黑体"/>
              </a:defRPr>
            </a:pPr>
            <a:r>
              <a:rPr sz="1480" b="1">
                <a:solidFill>
                  <a:srgbClr val="1045C9"/>
                </a:solidFill>
                <a:latin typeface="思源黑体"/>
                <a:ea typeface="思源黑体"/>
                <a:cs typeface="思源黑体"/>
              </a:rPr>
              <a:t>月船3号月球车坡道</a:t>
            </a:r>
            <a:endParaRPr sz="1600" b="1">
              <a:solidFill>
                <a:srgbClr val="1045C9"/>
              </a:solidFill>
              <a:latin typeface="思源黑体" panose="020B0503020204020204" charset="-122"/>
              <a:ea typeface="思源黑体" panose="020B0503020204020204" charset="-122"/>
              <a:cs typeface="思源黑体"/>
            </a:endParaRPr>
          </a:p>
        </p:txBody>
      </p:sp>
      <p:sp>
        <p:nvSpPr>
          <p:cNvPr id="93" name="TextBox 20"/>
          <p:cNvSpPr txBox="1"/>
          <p:nvPr/>
        </p:nvSpPr>
        <p:spPr>
          <a:xfrm>
            <a:off x="7430262" y="1927225"/>
            <a:ext cx="4526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0" b="0">
                <a:solidFill>
                  <a:srgbClr val="7F7F7F"/>
                </a:solidFill>
                <a:latin typeface="思源黑体"/>
                <a:ea typeface="思源黑体"/>
                <a:cs typeface="思源黑体"/>
              </a:defRPr>
            </a:pPr>
            <a:r>
              <a:rPr sz="910" b="0">
                <a:solidFill>
                  <a:srgbClr val="7F7F7F"/>
                </a:solidFill>
                <a:latin typeface="思源黑体"/>
                <a:ea typeface="思源黑体"/>
                <a:cs typeface="思源黑体"/>
              </a:rPr>
              <a:t>Acta Astronautica · 2025, 229: 1–12</a:t>
            </a:r>
            <a:endParaRPr sz="950" b="0">
              <a:solidFill>
                <a:srgbClr val="7F7F7F"/>
              </a:solidFill>
              <a:latin typeface="思源黑体" panose="020B0604020202020204"/>
              <a:ea typeface="思源黑体" panose="020B0604020202020204"/>
              <a:cs typeface="思源黑体"/>
            </a:endParaRPr>
          </a:p>
        </p:txBody>
      </p:sp>
      <p:sp>
        <p:nvSpPr>
          <p:cNvPr id="94" name="TextBox 21"/>
          <p:cNvSpPr txBox="1"/>
          <p:nvPr/>
        </p:nvSpPr>
        <p:spPr>
          <a:xfrm>
            <a:off x="6936486" y="2256409"/>
            <a:ext cx="5010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5" b="0">
                <a:solidFill>
                  <a:srgbClr val="000000"/>
                </a:solidFill>
                <a:latin typeface="思源黑体"/>
                <a:ea typeface="思源黑体"/>
                <a:cs typeface="思源黑体"/>
              </a:defRPr>
            </a:pPr>
            <a:r>
              <a:rPr sz="955" b="0">
                <a:solidFill>
                  <a:srgbClr val="000000"/>
                </a:solidFill>
                <a:latin typeface="思源黑体"/>
                <a:ea typeface="思源黑体"/>
                <a:cs typeface="思源黑体"/>
              </a:rPr>
              <a:t>双面板折叠机构经有限元/热真空/振动/月面实投完整验证，防卡滞失效</a:t>
            </a:r>
            <a:endParaRPr sz="1100" b="0">
              <a:solidFill>
                <a:srgbClr val="000000"/>
              </a:solidFill>
              <a:latin typeface="思源黑体" panose="020B0503020204020204" charset="-122"/>
              <a:ea typeface="思源黑体" panose="020B0503020204020204" charset="-122"/>
              <a:cs typeface="思源黑体"/>
            </a:endParaRPr>
          </a:p>
        </p:txBody>
      </p:sp>
      <p:sp>
        <p:nvSpPr>
          <p:cNvPr id="95" name="TextBox 22"/>
          <p:cNvSpPr txBox="1"/>
          <p:nvPr/>
        </p:nvSpPr>
        <p:spPr>
          <a:xfrm>
            <a:off x="6936486" y="2494153"/>
            <a:ext cx="50109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5" b="0">
                <a:solidFill>
                  <a:srgbClr val="2E75B6"/>
                </a:solidFill>
                <a:latin typeface="思源黑体"/>
                <a:ea typeface="思源黑体"/>
                <a:cs typeface="思源黑体"/>
              </a:defRPr>
            </a:pPr>
            <a:r>
              <a:rPr sz="915" b="0">
                <a:solidFill>
                  <a:srgbClr val="2E75B6"/>
                </a:solidFill>
                <a:latin typeface="思源黑体"/>
                <a:ea typeface="思源黑体"/>
                <a:cs typeface="思源黑体"/>
              </a:rPr>
              <a:t>✓ 对塔设计的启示：展开机构需完整验证闭环</a:t>
            </a:r>
            <a:endParaRPr sz="1000" b="0">
              <a:solidFill>
                <a:srgbClr val="2E75B6"/>
              </a:solidFill>
              <a:latin typeface="思源黑体" panose="020B0503020204020204" charset="-122"/>
              <a:ea typeface="思源黑体" panose="020B0503020204020204" charset="-122"/>
              <a:cs typeface="思源黑体"/>
            </a:endParaRPr>
          </a:p>
        </p:txBody>
      </p:sp>
      <p:sp>
        <p:nvSpPr>
          <p:cNvPr id="96" name="Rectangle 23"/>
          <p:cNvSpPr/>
          <p:nvPr/>
        </p:nvSpPr>
        <p:spPr>
          <a:xfrm>
            <a:off x="819150" y="2777617"/>
            <a:ext cx="5394960" cy="1234440"/>
          </a:xfrm>
          <a:prstGeom prst="rect">
            <a:avLst/>
          </a:prstGeom>
          <a:solidFill>
            <a:srgbClr val="E2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思源黑体"/>
                <a:ea typeface="思源黑体"/>
                <a:cs typeface="思源黑体"/>
              </a:defRPr>
            </a:pPr>
          </a:p>
        </p:txBody>
      </p:sp>
      <p:sp>
        <p:nvSpPr>
          <p:cNvPr id="97" name="Oval 24"/>
          <p:cNvSpPr/>
          <p:nvPr/>
        </p:nvSpPr>
        <p:spPr>
          <a:xfrm>
            <a:off x="1020318" y="3033649"/>
            <a:ext cx="384048" cy="384048"/>
          </a:xfrm>
          <a:prstGeom prst="ellipse">
            <a:avLst/>
          </a:prstGeom>
          <a:solidFill>
            <a:srgbClr val="104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思源黑体"/>
                <a:ea typeface="思源黑体"/>
                <a:cs typeface="思源黑体"/>
              </a:defRPr>
            </a:pPr>
          </a:p>
        </p:txBody>
      </p:sp>
      <p:sp>
        <p:nvSpPr>
          <p:cNvPr id="98" name="TextBox 25"/>
          <p:cNvSpPr txBox="1"/>
          <p:nvPr/>
        </p:nvSpPr>
        <p:spPr>
          <a:xfrm>
            <a:off x="957872" y="3033649"/>
            <a:ext cx="51000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20" b="1">
                <a:solidFill>
                  <a:srgbClr val="FFFFFF"/>
                </a:solidFill>
                <a:latin typeface="思源黑体"/>
                <a:ea typeface="思源黑体"/>
                <a:cs typeface="思源黑体"/>
              </a:defRPr>
            </a:pPr>
            <a:r>
              <a:rPr sz="1420" b="1">
                <a:solidFill>
                  <a:srgbClr val="FFFFFF"/>
                </a:solidFill>
                <a:latin typeface="思源黑体"/>
                <a:ea typeface="思源黑体"/>
                <a:cs typeface="思源黑体"/>
              </a:rPr>
              <a:t>03</a:t>
            </a:r>
            <a:endParaRPr sz="1600" b="1">
              <a:solidFill>
                <a:srgbClr val="FFFFFF"/>
              </a:solidFill>
              <a:latin typeface="思源黑体" panose="020B0604020202020204"/>
              <a:ea typeface="思源黑体" panose="020B0604020202020204"/>
              <a:cs typeface="思源黑体"/>
            </a:endParaRPr>
          </a:p>
        </p:txBody>
      </p:sp>
      <p:sp>
        <p:nvSpPr>
          <p:cNvPr id="99" name="TextBox 26"/>
          <p:cNvSpPr txBox="1"/>
          <p:nvPr/>
        </p:nvSpPr>
        <p:spPr>
          <a:xfrm>
            <a:off x="1550670" y="2923921"/>
            <a:ext cx="4526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80" b="1">
                <a:solidFill>
                  <a:srgbClr val="1045C9"/>
                </a:solidFill>
                <a:latin typeface="思源黑体"/>
                <a:ea typeface="思源黑体"/>
                <a:cs typeface="思源黑体"/>
              </a:defRPr>
            </a:pPr>
            <a:r>
              <a:rPr sz="1480" b="1">
                <a:solidFill>
                  <a:srgbClr val="1045C9"/>
                </a:solidFill>
                <a:latin typeface="思源黑体"/>
                <a:ea typeface="思源黑体"/>
                <a:cs typeface="思源黑体"/>
              </a:rPr>
              <a:t>安防机器人自动对接充电</a:t>
            </a:r>
            <a:endParaRPr sz="1600" b="1">
              <a:solidFill>
                <a:srgbClr val="1045C9"/>
              </a:solidFill>
              <a:latin typeface="思源黑体" panose="020B0503020204020204" charset="-122"/>
              <a:ea typeface="思源黑体" panose="020B0503020204020204" charset="-122"/>
              <a:cs typeface="思源黑体"/>
            </a:endParaRPr>
          </a:p>
        </p:txBody>
      </p:sp>
      <p:sp>
        <p:nvSpPr>
          <p:cNvPr id="100" name="TextBox 27"/>
          <p:cNvSpPr txBox="1"/>
          <p:nvPr/>
        </p:nvSpPr>
        <p:spPr>
          <a:xfrm>
            <a:off x="1550670" y="3234817"/>
            <a:ext cx="4526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0" b="0">
                <a:solidFill>
                  <a:srgbClr val="7F7F7F"/>
                </a:solidFill>
                <a:latin typeface="思源黑体"/>
                <a:ea typeface="思源黑体"/>
                <a:cs typeface="思源黑体"/>
              </a:defRPr>
            </a:pPr>
            <a:r>
              <a:rPr sz="910" b="0">
                <a:solidFill>
                  <a:srgbClr val="7F7F7F"/>
                </a:solidFill>
                <a:latin typeface="思源黑体"/>
                <a:ea typeface="思源黑体"/>
                <a:cs typeface="思源黑体"/>
              </a:rPr>
              <a:t>IEEE/RSJ IROS · 2005</a:t>
            </a:r>
            <a:endParaRPr sz="950" b="0">
              <a:solidFill>
                <a:srgbClr val="7F7F7F"/>
              </a:solidFill>
              <a:latin typeface="思源黑体" panose="020B0604020202020204"/>
              <a:ea typeface="思源黑体" panose="020B0604020202020204"/>
              <a:cs typeface="思源黑体"/>
            </a:endParaRPr>
          </a:p>
        </p:txBody>
      </p:sp>
      <p:sp>
        <p:nvSpPr>
          <p:cNvPr id="101" name="TextBox 28"/>
          <p:cNvSpPr txBox="1"/>
          <p:nvPr/>
        </p:nvSpPr>
        <p:spPr>
          <a:xfrm>
            <a:off x="1056894" y="3564001"/>
            <a:ext cx="5010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5" b="0">
                <a:solidFill>
                  <a:srgbClr val="000000"/>
                </a:solidFill>
                <a:latin typeface="思源黑体"/>
                <a:ea typeface="思源黑体"/>
                <a:cs typeface="思源黑体"/>
              </a:defRPr>
            </a:pPr>
            <a:r>
              <a:rPr sz="955" b="0">
                <a:solidFill>
                  <a:srgbClr val="000000"/>
                </a:solidFill>
                <a:latin typeface="思源黑体"/>
                <a:ea typeface="思源黑体"/>
                <a:cs typeface="思源黑体"/>
              </a:rPr>
              <a:t>视觉地标+虚拟弹簧+被动柔顺三层容错，100次对接成功率99%</a:t>
            </a:r>
            <a:endParaRPr sz="1100" b="0">
              <a:solidFill>
                <a:srgbClr val="000000"/>
              </a:solidFill>
              <a:latin typeface="思源黑体" panose="020B0503020204020204" charset="-122"/>
              <a:ea typeface="思源黑体" panose="020B0503020204020204" charset="-122"/>
              <a:cs typeface="思源黑体"/>
            </a:endParaRPr>
          </a:p>
        </p:txBody>
      </p:sp>
      <p:sp>
        <p:nvSpPr>
          <p:cNvPr id="102" name="TextBox 29"/>
          <p:cNvSpPr txBox="1"/>
          <p:nvPr/>
        </p:nvSpPr>
        <p:spPr>
          <a:xfrm>
            <a:off x="1056894" y="3801745"/>
            <a:ext cx="50109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5" b="0">
                <a:solidFill>
                  <a:srgbClr val="2E75B6"/>
                </a:solidFill>
                <a:latin typeface="思源黑体"/>
                <a:ea typeface="思源黑体"/>
                <a:cs typeface="思源黑体"/>
              </a:defRPr>
            </a:pPr>
            <a:r>
              <a:rPr sz="915" b="0">
                <a:solidFill>
                  <a:srgbClr val="2E75B6"/>
                </a:solidFill>
                <a:latin typeface="思源黑体"/>
                <a:ea typeface="思源黑体"/>
                <a:cs typeface="思源黑体"/>
              </a:rPr>
              <a:t>✓ 对塔设计的启示：感知—控制—机械三层容错设计</a:t>
            </a:r>
            <a:endParaRPr sz="1000" b="0">
              <a:solidFill>
                <a:srgbClr val="2E75B6"/>
              </a:solidFill>
              <a:latin typeface="思源黑体" panose="020B0503020204020204" charset="-122"/>
              <a:ea typeface="思源黑体" panose="020B0503020204020204" charset="-122"/>
              <a:cs typeface="思源黑体"/>
            </a:endParaRPr>
          </a:p>
        </p:txBody>
      </p:sp>
      <p:sp>
        <p:nvSpPr>
          <p:cNvPr id="103" name="Rectangle 30"/>
          <p:cNvSpPr/>
          <p:nvPr/>
        </p:nvSpPr>
        <p:spPr>
          <a:xfrm>
            <a:off x="6698742" y="2777617"/>
            <a:ext cx="5394960" cy="1234440"/>
          </a:xfrm>
          <a:prstGeom prst="rect">
            <a:avLst/>
          </a:prstGeom>
          <a:solidFill>
            <a:srgbClr val="E2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思源黑体"/>
                <a:ea typeface="思源黑体"/>
                <a:cs typeface="思源黑体"/>
              </a:defRPr>
            </a:pPr>
          </a:p>
        </p:txBody>
      </p:sp>
      <p:sp>
        <p:nvSpPr>
          <p:cNvPr id="104" name="Oval 31"/>
          <p:cNvSpPr/>
          <p:nvPr/>
        </p:nvSpPr>
        <p:spPr>
          <a:xfrm>
            <a:off x="6899909" y="3033649"/>
            <a:ext cx="384048" cy="384048"/>
          </a:xfrm>
          <a:prstGeom prst="ellipse">
            <a:avLst/>
          </a:prstGeom>
          <a:solidFill>
            <a:srgbClr val="104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思源黑体"/>
                <a:ea typeface="思源黑体"/>
                <a:cs typeface="思源黑体"/>
              </a:defRPr>
            </a:pPr>
          </a:p>
        </p:txBody>
      </p:sp>
      <p:sp>
        <p:nvSpPr>
          <p:cNvPr id="105" name="TextBox 32"/>
          <p:cNvSpPr txBox="1"/>
          <p:nvPr/>
        </p:nvSpPr>
        <p:spPr>
          <a:xfrm>
            <a:off x="6837463" y="3033649"/>
            <a:ext cx="51000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20" b="1">
                <a:solidFill>
                  <a:srgbClr val="FFFFFF"/>
                </a:solidFill>
                <a:latin typeface="思源黑体"/>
                <a:ea typeface="思源黑体"/>
                <a:cs typeface="思源黑体"/>
              </a:defRPr>
            </a:pPr>
            <a:r>
              <a:rPr sz="1420" b="1">
                <a:solidFill>
                  <a:srgbClr val="FFFFFF"/>
                </a:solidFill>
                <a:latin typeface="思源黑体"/>
                <a:ea typeface="思源黑体"/>
                <a:cs typeface="思源黑体"/>
              </a:rPr>
              <a:t>04</a:t>
            </a:r>
            <a:endParaRPr sz="1600" b="1">
              <a:solidFill>
                <a:srgbClr val="FFFFFF"/>
              </a:solidFill>
              <a:latin typeface="思源黑体" panose="020B0604020202020204"/>
              <a:ea typeface="思源黑体" panose="020B0604020202020204"/>
              <a:cs typeface="思源黑体"/>
            </a:endParaRPr>
          </a:p>
        </p:txBody>
      </p:sp>
      <p:sp>
        <p:nvSpPr>
          <p:cNvPr id="106" name="TextBox 33"/>
          <p:cNvSpPr txBox="1"/>
          <p:nvPr/>
        </p:nvSpPr>
        <p:spPr>
          <a:xfrm>
            <a:off x="7430262" y="2923921"/>
            <a:ext cx="4526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80" b="1">
                <a:solidFill>
                  <a:srgbClr val="1045C9"/>
                </a:solidFill>
                <a:latin typeface="思源黑体"/>
                <a:ea typeface="思源黑体"/>
                <a:cs typeface="思源黑体"/>
              </a:defRPr>
            </a:pPr>
            <a:r>
              <a:rPr sz="1480" b="1">
                <a:solidFill>
                  <a:srgbClr val="1045C9"/>
                </a:solidFill>
                <a:latin typeface="思源黑体"/>
                <a:ea typeface="思源黑体"/>
                <a:cs typeface="思源黑体"/>
              </a:rPr>
              <a:t>视觉-激光雷达自主对接</a:t>
            </a:r>
            <a:endParaRPr sz="1600" b="1">
              <a:solidFill>
                <a:srgbClr val="1045C9"/>
              </a:solidFill>
              <a:latin typeface="思源黑体" panose="020B0503020204020204" charset="-122"/>
              <a:ea typeface="思源黑体" panose="020B0503020204020204" charset="-122"/>
              <a:cs typeface="思源黑体"/>
            </a:endParaRPr>
          </a:p>
        </p:txBody>
      </p:sp>
      <p:sp>
        <p:nvSpPr>
          <p:cNvPr id="107" name="TextBox 34"/>
          <p:cNvSpPr txBox="1"/>
          <p:nvPr/>
        </p:nvSpPr>
        <p:spPr>
          <a:xfrm>
            <a:off x="7430262" y="3234817"/>
            <a:ext cx="4526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0" b="0">
                <a:solidFill>
                  <a:srgbClr val="7F7F7F"/>
                </a:solidFill>
                <a:latin typeface="思源黑体"/>
                <a:ea typeface="思源黑体"/>
                <a:cs typeface="思源黑体"/>
              </a:defRPr>
            </a:pPr>
            <a:r>
              <a:rPr sz="910" b="0">
                <a:solidFill>
                  <a:srgbClr val="7F7F7F"/>
                </a:solidFill>
                <a:latin typeface="思源黑体"/>
                <a:ea typeface="思源黑体"/>
                <a:cs typeface="思源黑体"/>
              </a:rPr>
              <a:t>Applied Sciences · 2023, 13(19): 10675</a:t>
            </a:r>
            <a:endParaRPr sz="950" b="0">
              <a:solidFill>
                <a:srgbClr val="7F7F7F"/>
              </a:solidFill>
              <a:latin typeface="思源黑体" panose="020B0604020202020204"/>
              <a:ea typeface="思源黑体" panose="020B0604020202020204"/>
              <a:cs typeface="思源黑体"/>
            </a:endParaRPr>
          </a:p>
        </p:txBody>
      </p:sp>
      <p:sp>
        <p:nvSpPr>
          <p:cNvPr id="108" name="TextBox 35"/>
          <p:cNvSpPr txBox="1"/>
          <p:nvPr/>
        </p:nvSpPr>
        <p:spPr>
          <a:xfrm>
            <a:off x="6936486" y="3564001"/>
            <a:ext cx="5010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5" b="0">
                <a:solidFill>
                  <a:srgbClr val="000000"/>
                </a:solidFill>
                <a:latin typeface="思源黑体"/>
                <a:ea typeface="思源黑体"/>
                <a:cs typeface="思源黑体"/>
              </a:defRPr>
            </a:pPr>
            <a:r>
              <a:rPr sz="955" b="0">
                <a:solidFill>
                  <a:srgbClr val="000000"/>
                </a:solidFill>
                <a:latin typeface="思源黑体"/>
                <a:ea typeface="思源黑体"/>
                <a:cs typeface="思源黑体"/>
              </a:rPr>
              <a:t>YOLOv7识别充电站+激光雷达七状态机，验证集mAP@0.5达99.4%</a:t>
            </a:r>
            <a:endParaRPr sz="1100" b="0">
              <a:solidFill>
                <a:srgbClr val="000000"/>
              </a:solidFill>
              <a:latin typeface="思源黑体" panose="020B0503020204020204" charset="-122"/>
              <a:ea typeface="思源黑体" panose="020B0503020204020204" charset="-122"/>
              <a:cs typeface="思源黑体"/>
            </a:endParaRPr>
          </a:p>
        </p:txBody>
      </p:sp>
      <p:sp>
        <p:nvSpPr>
          <p:cNvPr id="109" name="TextBox 36"/>
          <p:cNvSpPr txBox="1"/>
          <p:nvPr/>
        </p:nvSpPr>
        <p:spPr>
          <a:xfrm>
            <a:off x="6936486" y="3801745"/>
            <a:ext cx="50109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5" b="0">
                <a:solidFill>
                  <a:srgbClr val="2E75B6"/>
                </a:solidFill>
                <a:latin typeface="思源黑体"/>
                <a:ea typeface="思源黑体"/>
                <a:cs typeface="思源黑体"/>
              </a:defRPr>
            </a:pPr>
            <a:r>
              <a:rPr sz="915" b="0">
                <a:solidFill>
                  <a:srgbClr val="2E75B6"/>
                </a:solidFill>
                <a:latin typeface="思源黑体"/>
                <a:ea typeface="思源黑体"/>
                <a:cs typeface="思源黑体"/>
              </a:rPr>
              <a:t>✓ 对塔设计的启示：视觉语义+激光雷达几何互补对接</a:t>
            </a:r>
            <a:endParaRPr sz="1000" b="0">
              <a:solidFill>
                <a:srgbClr val="2E75B6"/>
              </a:solidFill>
              <a:latin typeface="思源黑体" panose="020B0503020204020204" charset="-122"/>
              <a:ea typeface="思源黑体" panose="020B0503020204020204" charset="-122"/>
              <a:cs typeface="思源黑体"/>
            </a:endParaRPr>
          </a:p>
        </p:txBody>
      </p:sp>
      <p:sp>
        <p:nvSpPr>
          <p:cNvPr id="110" name="Rectangle 37"/>
          <p:cNvSpPr/>
          <p:nvPr/>
        </p:nvSpPr>
        <p:spPr>
          <a:xfrm>
            <a:off x="819150" y="4085209"/>
            <a:ext cx="5394960" cy="1234440"/>
          </a:xfrm>
          <a:prstGeom prst="rect">
            <a:avLst/>
          </a:prstGeom>
          <a:solidFill>
            <a:srgbClr val="E2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思源黑体"/>
                <a:ea typeface="思源黑体"/>
                <a:cs typeface="思源黑体"/>
              </a:defRPr>
            </a:pPr>
          </a:p>
        </p:txBody>
      </p:sp>
      <p:sp>
        <p:nvSpPr>
          <p:cNvPr id="111" name="Oval 38"/>
          <p:cNvSpPr/>
          <p:nvPr/>
        </p:nvSpPr>
        <p:spPr>
          <a:xfrm>
            <a:off x="1020318" y="4341241"/>
            <a:ext cx="384048" cy="384048"/>
          </a:xfrm>
          <a:prstGeom prst="ellipse">
            <a:avLst/>
          </a:prstGeom>
          <a:solidFill>
            <a:srgbClr val="104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思源黑体"/>
                <a:ea typeface="思源黑体"/>
                <a:cs typeface="思源黑体"/>
              </a:defRPr>
            </a:pPr>
          </a:p>
        </p:txBody>
      </p:sp>
      <p:sp>
        <p:nvSpPr>
          <p:cNvPr id="112" name="TextBox 39"/>
          <p:cNvSpPr txBox="1"/>
          <p:nvPr/>
        </p:nvSpPr>
        <p:spPr>
          <a:xfrm>
            <a:off x="957872" y="4341241"/>
            <a:ext cx="51000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20" b="1">
                <a:solidFill>
                  <a:srgbClr val="FFFFFF"/>
                </a:solidFill>
                <a:latin typeface="思源黑体"/>
                <a:ea typeface="思源黑体"/>
                <a:cs typeface="思源黑体"/>
              </a:defRPr>
            </a:pPr>
            <a:r>
              <a:rPr sz="1420" b="1">
                <a:solidFill>
                  <a:srgbClr val="FFFFFF"/>
                </a:solidFill>
                <a:latin typeface="思源黑体"/>
                <a:ea typeface="思源黑体"/>
                <a:cs typeface="思源黑体"/>
              </a:rPr>
              <a:t>05</a:t>
            </a:r>
            <a:endParaRPr sz="1600" b="1">
              <a:solidFill>
                <a:srgbClr val="FFFFFF"/>
              </a:solidFill>
              <a:latin typeface="思源黑体" panose="020B0604020202020204"/>
              <a:ea typeface="思源黑体" panose="020B0604020202020204"/>
              <a:cs typeface="思源黑体"/>
            </a:endParaRPr>
          </a:p>
        </p:txBody>
      </p:sp>
      <p:sp>
        <p:nvSpPr>
          <p:cNvPr id="113" name="TextBox 40"/>
          <p:cNvSpPr txBox="1"/>
          <p:nvPr/>
        </p:nvSpPr>
        <p:spPr>
          <a:xfrm>
            <a:off x="1550670" y="4231513"/>
            <a:ext cx="4526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80" b="1">
                <a:solidFill>
                  <a:srgbClr val="1045C9"/>
                </a:solidFill>
                <a:latin typeface="思源黑体"/>
                <a:ea typeface="思源黑体"/>
                <a:cs typeface="思源黑体"/>
              </a:defRPr>
            </a:pPr>
            <a:r>
              <a:rPr sz="1480" b="1">
                <a:solidFill>
                  <a:srgbClr val="1045C9"/>
                </a:solidFill>
                <a:latin typeface="思源黑体"/>
                <a:ea typeface="思源黑体"/>
                <a:cs typeface="思源黑体"/>
              </a:rPr>
              <a:t>自旋转桨轮两栖机器人</a:t>
            </a:r>
            <a:endParaRPr sz="1600" b="1">
              <a:solidFill>
                <a:srgbClr val="1045C9"/>
              </a:solidFill>
              <a:latin typeface="思源黑体" panose="020B0503020204020204" charset="-122"/>
              <a:ea typeface="思源黑体" panose="020B0503020204020204" charset="-122"/>
              <a:cs typeface="思源黑体"/>
            </a:endParaRPr>
          </a:p>
        </p:txBody>
      </p:sp>
      <p:sp>
        <p:nvSpPr>
          <p:cNvPr id="114" name="TextBox 41"/>
          <p:cNvSpPr txBox="1"/>
          <p:nvPr/>
        </p:nvSpPr>
        <p:spPr>
          <a:xfrm>
            <a:off x="1550670" y="4542409"/>
            <a:ext cx="4526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0" b="0">
                <a:solidFill>
                  <a:srgbClr val="7F7F7F"/>
                </a:solidFill>
                <a:latin typeface="思源黑体"/>
                <a:ea typeface="思源黑体"/>
                <a:cs typeface="思源黑体"/>
              </a:defRPr>
            </a:pPr>
            <a:r>
              <a:rPr sz="910" b="0">
                <a:solidFill>
                  <a:srgbClr val="7F7F7F"/>
                </a:solidFill>
                <a:latin typeface="思源黑体"/>
                <a:ea typeface="思源黑体"/>
                <a:cs typeface="思源黑体"/>
              </a:rPr>
              <a:t>IEEE/ASME Trans. Mechatronics · 2023, 28(4)</a:t>
            </a:r>
            <a:endParaRPr sz="950" b="0">
              <a:solidFill>
                <a:srgbClr val="7F7F7F"/>
              </a:solidFill>
              <a:latin typeface="思源黑体" panose="020B0604020202020204"/>
              <a:ea typeface="思源黑体" panose="020B0604020202020204"/>
              <a:cs typeface="思源黑体"/>
            </a:endParaRPr>
          </a:p>
        </p:txBody>
      </p:sp>
      <p:sp>
        <p:nvSpPr>
          <p:cNvPr id="115" name="TextBox 42"/>
          <p:cNvSpPr txBox="1"/>
          <p:nvPr/>
        </p:nvSpPr>
        <p:spPr>
          <a:xfrm>
            <a:off x="1056894" y="4871593"/>
            <a:ext cx="5010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5" b="0">
                <a:solidFill>
                  <a:srgbClr val="000000"/>
                </a:solidFill>
                <a:latin typeface="思源黑体"/>
                <a:ea typeface="思源黑体"/>
                <a:cs typeface="思源黑体"/>
              </a:defRPr>
            </a:pPr>
            <a:r>
              <a:rPr sz="955" b="0">
                <a:solidFill>
                  <a:srgbClr val="000000"/>
                </a:solidFill>
                <a:latin typeface="思源黑体"/>
                <a:ea typeface="思源黑体"/>
                <a:cs typeface="思源黑体"/>
              </a:rPr>
              <a:t>齿轮约束桨叶自转，仅用一套轮系实现陆地行驶+水面推进+越障</a:t>
            </a:r>
            <a:endParaRPr sz="1100" b="0">
              <a:solidFill>
                <a:srgbClr val="000000"/>
              </a:solidFill>
              <a:latin typeface="思源黑体" panose="020B0503020204020204" charset="-122"/>
              <a:ea typeface="思源黑体" panose="020B0503020204020204" charset="-122"/>
              <a:cs typeface="思源黑体"/>
            </a:endParaRPr>
          </a:p>
        </p:txBody>
      </p:sp>
      <p:sp>
        <p:nvSpPr>
          <p:cNvPr id="116" name="TextBox 43"/>
          <p:cNvSpPr txBox="1"/>
          <p:nvPr/>
        </p:nvSpPr>
        <p:spPr>
          <a:xfrm>
            <a:off x="1056894" y="5109337"/>
            <a:ext cx="50109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5" b="0">
                <a:solidFill>
                  <a:srgbClr val="2E75B6"/>
                </a:solidFill>
                <a:latin typeface="思源黑体"/>
                <a:ea typeface="思源黑体"/>
                <a:cs typeface="思源黑体"/>
              </a:defRPr>
            </a:pPr>
            <a:r>
              <a:rPr sz="915" b="0">
                <a:solidFill>
                  <a:srgbClr val="2E75B6"/>
                </a:solidFill>
                <a:latin typeface="思源黑体"/>
                <a:ea typeface="思源黑体"/>
                <a:cs typeface="思源黑体"/>
              </a:rPr>
              <a:t>✓ 对塔设计的启示：紧凑机构兼顾水陆运动与越障能力</a:t>
            </a:r>
            <a:endParaRPr sz="1000" b="0">
              <a:solidFill>
                <a:srgbClr val="2E75B6"/>
              </a:solidFill>
              <a:latin typeface="思源黑体" panose="020B0503020204020204" charset="-122"/>
              <a:ea typeface="思源黑体" panose="020B0503020204020204" charset="-122"/>
              <a:cs typeface="思源黑体"/>
            </a:endParaRPr>
          </a:p>
        </p:txBody>
      </p:sp>
      <p:sp>
        <p:nvSpPr>
          <p:cNvPr id="117" name="Rectangle 44"/>
          <p:cNvSpPr/>
          <p:nvPr/>
        </p:nvSpPr>
        <p:spPr>
          <a:xfrm>
            <a:off x="6698742" y="4085209"/>
            <a:ext cx="5394960" cy="1234440"/>
          </a:xfrm>
          <a:prstGeom prst="rect">
            <a:avLst/>
          </a:prstGeom>
          <a:solidFill>
            <a:srgbClr val="E2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思源黑体"/>
                <a:ea typeface="思源黑体"/>
                <a:cs typeface="思源黑体"/>
              </a:defRPr>
            </a:pPr>
          </a:p>
        </p:txBody>
      </p:sp>
      <p:sp>
        <p:nvSpPr>
          <p:cNvPr id="118" name="Oval 45"/>
          <p:cNvSpPr/>
          <p:nvPr/>
        </p:nvSpPr>
        <p:spPr>
          <a:xfrm>
            <a:off x="6899909" y="4341241"/>
            <a:ext cx="384048" cy="384048"/>
          </a:xfrm>
          <a:prstGeom prst="ellipse">
            <a:avLst/>
          </a:prstGeom>
          <a:solidFill>
            <a:srgbClr val="104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思源黑体"/>
                <a:ea typeface="思源黑体"/>
                <a:cs typeface="思源黑体"/>
              </a:defRPr>
            </a:pPr>
          </a:p>
        </p:txBody>
      </p:sp>
      <p:sp>
        <p:nvSpPr>
          <p:cNvPr id="119" name="TextBox 46"/>
          <p:cNvSpPr txBox="1"/>
          <p:nvPr/>
        </p:nvSpPr>
        <p:spPr>
          <a:xfrm>
            <a:off x="6837463" y="4341241"/>
            <a:ext cx="51000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20" b="1">
                <a:solidFill>
                  <a:srgbClr val="FFFFFF"/>
                </a:solidFill>
                <a:latin typeface="思源黑体"/>
                <a:ea typeface="思源黑体"/>
                <a:cs typeface="思源黑体"/>
              </a:defRPr>
            </a:pPr>
            <a:r>
              <a:rPr sz="1420" b="1">
                <a:solidFill>
                  <a:srgbClr val="FFFFFF"/>
                </a:solidFill>
                <a:latin typeface="思源黑体"/>
                <a:ea typeface="思源黑体"/>
                <a:cs typeface="思源黑体"/>
              </a:rPr>
              <a:t>06</a:t>
            </a:r>
            <a:endParaRPr sz="1600" b="1">
              <a:solidFill>
                <a:srgbClr val="FFFFFF"/>
              </a:solidFill>
              <a:latin typeface="思源黑体" panose="020B0604020202020204"/>
              <a:ea typeface="思源黑体" panose="020B0604020202020204"/>
              <a:cs typeface="思源黑体"/>
            </a:endParaRPr>
          </a:p>
        </p:txBody>
      </p:sp>
      <p:sp>
        <p:nvSpPr>
          <p:cNvPr id="120" name="TextBox 47"/>
          <p:cNvSpPr txBox="1"/>
          <p:nvPr/>
        </p:nvSpPr>
        <p:spPr>
          <a:xfrm>
            <a:off x="7430262" y="4231513"/>
            <a:ext cx="4526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80" b="1">
                <a:solidFill>
                  <a:srgbClr val="1045C9"/>
                </a:solidFill>
                <a:latin typeface="思源黑体"/>
                <a:ea typeface="思源黑体"/>
                <a:cs typeface="思源黑体"/>
              </a:defRPr>
            </a:pPr>
            <a:r>
              <a:rPr sz="1480" b="1">
                <a:solidFill>
                  <a:srgbClr val="1045C9"/>
                </a:solidFill>
                <a:latin typeface="思源黑体"/>
                <a:ea typeface="思源黑体"/>
                <a:cs typeface="思源黑体"/>
              </a:rPr>
              <a:t>模块化空地车队系统集成</a:t>
            </a:r>
            <a:endParaRPr sz="1600" b="1">
              <a:solidFill>
                <a:srgbClr val="1045C9"/>
              </a:solidFill>
              <a:latin typeface="思源黑体" panose="020B0503020204020204" charset="-122"/>
              <a:ea typeface="思源黑体" panose="020B0503020204020204" charset="-122"/>
              <a:cs typeface="思源黑体"/>
            </a:endParaRPr>
          </a:p>
        </p:txBody>
      </p:sp>
      <p:sp>
        <p:nvSpPr>
          <p:cNvPr id="121" name="TextBox 48"/>
          <p:cNvSpPr txBox="1"/>
          <p:nvPr/>
        </p:nvSpPr>
        <p:spPr>
          <a:xfrm>
            <a:off x="7430262" y="4542409"/>
            <a:ext cx="4526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0" b="0">
                <a:solidFill>
                  <a:srgbClr val="7F7F7F"/>
                </a:solidFill>
                <a:latin typeface="思源黑体"/>
                <a:ea typeface="思源黑体"/>
                <a:cs typeface="思源黑体"/>
              </a:defRPr>
            </a:pPr>
            <a:r>
              <a:rPr sz="910" b="0">
                <a:solidFill>
                  <a:srgbClr val="7F7F7F"/>
                </a:solidFill>
                <a:latin typeface="思源黑体"/>
                <a:ea typeface="思源黑体"/>
                <a:cs typeface="思源黑体"/>
              </a:rPr>
              <a:t>DESIGN Conference · 2018</a:t>
            </a:r>
            <a:endParaRPr sz="950" b="0">
              <a:solidFill>
                <a:srgbClr val="7F7F7F"/>
              </a:solidFill>
              <a:latin typeface="思源黑体" panose="020B0604020202020204"/>
              <a:ea typeface="思源黑体" panose="020B0604020202020204"/>
              <a:cs typeface="思源黑体"/>
            </a:endParaRPr>
          </a:p>
        </p:txBody>
      </p:sp>
      <p:sp>
        <p:nvSpPr>
          <p:cNvPr id="122" name="TextBox 49"/>
          <p:cNvSpPr txBox="1"/>
          <p:nvPr/>
        </p:nvSpPr>
        <p:spPr>
          <a:xfrm>
            <a:off x="6936486" y="4871593"/>
            <a:ext cx="5010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5" b="0">
                <a:solidFill>
                  <a:srgbClr val="000000"/>
                </a:solidFill>
                <a:latin typeface="思源黑体"/>
                <a:ea typeface="思源黑体"/>
                <a:cs typeface="思源黑体"/>
              </a:defRPr>
            </a:pPr>
            <a:r>
              <a:rPr sz="955" b="0">
                <a:solidFill>
                  <a:srgbClr val="000000"/>
                </a:solidFill>
                <a:latin typeface="思源黑体"/>
                <a:ea typeface="思源黑体"/>
                <a:cs typeface="思源黑体"/>
              </a:rPr>
              <a:t>模块化设计需在车队任务演化中评价，UGV自动换电是关键车队级行为</a:t>
            </a:r>
            <a:endParaRPr sz="1100" b="0">
              <a:solidFill>
                <a:srgbClr val="000000"/>
              </a:solidFill>
              <a:latin typeface="思源黑体" panose="020B0503020204020204" charset="-122"/>
              <a:ea typeface="思源黑体" panose="020B0503020204020204" charset="-122"/>
              <a:cs typeface="思源黑体"/>
            </a:endParaRPr>
          </a:p>
        </p:txBody>
      </p:sp>
      <p:sp>
        <p:nvSpPr>
          <p:cNvPr id="123" name="TextBox 50"/>
          <p:cNvSpPr txBox="1"/>
          <p:nvPr/>
        </p:nvSpPr>
        <p:spPr>
          <a:xfrm>
            <a:off x="6936486" y="5109337"/>
            <a:ext cx="50109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5" b="0">
                <a:solidFill>
                  <a:srgbClr val="2E75B6"/>
                </a:solidFill>
                <a:latin typeface="思源黑体"/>
                <a:ea typeface="思源黑体"/>
                <a:cs typeface="思源黑体"/>
              </a:defRPr>
            </a:pPr>
            <a:r>
              <a:rPr sz="915" b="0">
                <a:solidFill>
                  <a:srgbClr val="2E75B6"/>
                </a:solidFill>
                <a:latin typeface="思源黑体"/>
                <a:ea typeface="思源黑体"/>
                <a:cs typeface="思源黑体"/>
              </a:rPr>
              <a:t>✓ 对塔设计的启示：模块化调度与自动换电机制</a:t>
            </a:r>
            <a:endParaRPr sz="1000" b="0">
              <a:solidFill>
                <a:srgbClr val="2E75B6"/>
              </a:solidFill>
              <a:latin typeface="思源黑体" panose="020B0503020204020204" charset="-122"/>
              <a:ea typeface="思源黑体" panose="020B0503020204020204" charset="-122"/>
              <a:cs typeface="思源黑体"/>
            </a:endParaRPr>
          </a:p>
        </p:txBody>
      </p:sp>
      <p:sp>
        <p:nvSpPr>
          <p:cNvPr id="124" name="Rectangle 51"/>
          <p:cNvSpPr/>
          <p:nvPr/>
        </p:nvSpPr>
        <p:spPr>
          <a:xfrm>
            <a:off x="819150" y="5392801"/>
            <a:ext cx="11274552" cy="1234440"/>
          </a:xfrm>
          <a:prstGeom prst="rect">
            <a:avLst/>
          </a:prstGeom>
          <a:solidFill>
            <a:srgbClr val="E2E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思源黑体"/>
                <a:ea typeface="思源黑体"/>
                <a:cs typeface="思源黑体"/>
              </a:defRPr>
            </a:pPr>
          </a:p>
        </p:txBody>
      </p:sp>
      <p:sp>
        <p:nvSpPr>
          <p:cNvPr id="125" name="Oval 52"/>
          <p:cNvSpPr/>
          <p:nvPr/>
        </p:nvSpPr>
        <p:spPr>
          <a:xfrm>
            <a:off x="1020318" y="5648833"/>
            <a:ext cx="384048" cy="384048"/>
          </a:xfrm>
          <a:prstGeom prst="ellipse">
            <a:avLst/>
          </a:prstGeom>
          <a:solidFill>
            <a:srgbClr val="104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思源黑体"/>
                <a:ea typeface="思源黑体"/>
                <a:cs typeface="思源黑体"/>
              </a:defRPr>
            </a:pPr>
          </a:p>
        </p:txBody>
      </p:sp>
      <p:sp>
        <p:nvSpPr>
          <p:cNvPr id="126" name="TextBox 53"/>
          <p:cNvSpPr txBox="1"/>
          <p:nvPr/>
        </p:nvSpPr>
        <p:spPr>
          <a:xfrm>
            <a:off x="957872" y="5648833"/>
            <a:ext cx="51000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思源黑体"/>
                <a:ea typeface="思源黑体"/>
                <a:cs typeface="思源黑体"/>
              </a:defRPr>
            </a:pPr>
            <a:r>
              <a:rPr sz="1500" b="1">
                <a:solidFill>
                  <a:srgbClr val="FFFFFF"/>
                </a:solidFill>
                <a:latin typeface="思源黑体"/>
                <a:ea typeface="思源黑体"/>
                <a:cs typeface="思源黑体"/>
              </a:rPr>
              <a:t>!</a:t>
            </a:r>
            <a:endParaRPr sz="1600" b="1">
              <a:solidFill>
                <a:srgbClr val="FFFFFF"/>
              </a:solidFill>
              <a:latin typeface="思源黑体" panose="020B0604020202020204"/>
              <a:ea typeface="思源黑体" panose="020B0604020202020204"/>
              <a:cs typeface="思源黑体"/>
            </a:endParaRPr>
          </a:p>
        </p:txBody>
      </p:sp>
      <p:sp>
        <p:nvSpPr>
          <p:cNvPr id="127" name="TextBox 54"/>
          <p:cNvSpPr txBox="1"/>
          <p:nvPr/>
        </p:nvSpPr>
        <p:spPr>
          <a:xfrm>
            <a:off x="1550670" y="5539105"/>
            <a:ext cx="10000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40" b="1">
                <a:solidFill>
                  <a:srgbClr val="1045C9"/>
                </a:solidFill>
                <a:latin typeface="思源黑体"/>
                <a:ea typeface="思源黑体"/>
                <a:cs typeface="思源黑体"/>
              </a:defRPr>
            </a:pPr>
            <a:r>
              <a:rPr sz="1540" b="1">
                <a:solidFill>
                  <a:srgbClr val="1045C9"/>
                </a:solidFill>
                <a:latin typeface="思源黑体"/>
                <a:ea typeface="思源黑体"/>
                <a:cs typeface="思源黑体"/>
              </a:rPr>
              <a:t>研究空白</a:t>
            </a:r>
            <a:endParaRPr sz="1600" b="1">
              <a:solidFill>
                <a:srgbClr val="1045C9"/>
              </a:solidFill>
              <a:latin typeface="思源黑体" panose="020B0503020204020204" charset="-122"/>
              <a:ea typeface="思源黑体" panose="020B0503020204020204" charset="-122"/>
              <a:cs typeface="思源黑体"/>
            </a:endParaRPr>
          </a:p>
        </p:txBody>
      </p:sp>
      <p:sp>
        <p:nvSpPr>
          <p:cNvPr id="128" name="TextBox 55"/>
          <p:cNvSpPr txBox="1"/>
          <p:nvPr/>
        </p:nvSpPr>
        <p:spPr>
          <a:xfrm>
            <a:off x="1550670" y="5850001"/>
            <a:ext cx="1000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19" b="0">
                <a:solidFill>
                  <a:srgbClr val="7F7F7F"/>
                </a:solidFill>
                <a:latin typeface="思源黑体"/>
                <a:ea typeface="思源黑体"/>
                <a:cs typeface="思源黑体"/>
              </a:defRPr>
            </a:pPr>
            <a:r>
              <a:rPr sz="919" b="0">
                <a:solidFill>
                  <a:srgbClr val="7F7F7F"/>
                </a:solidFill>
                <a:latin typeface="思源黑体"/>
                <a:ea typeface="思源黑体"/>
                <a:cs typeface="思源黑体"/>
              </a:rPr>
              <a:t>中心基站塔 · 系统级集成</a:t>
            </a:r>
            <a:endParaRPr sz="950" b="0">
              <a:solidFill>
                <a:srgbClr val="7F7F7F"/>
              </a:solidFill>
              <a:latin typeface="思源黑体" panose="020B0604020202020204"/>
              <a:ea typeface="思源黑体" panose="020B0604020202020204"/>
              <a:cs typeface="思源黑体"/>
            </a:endParaRPr>
          </a:p>
        </p:txBody>
      </p:sp>
      <p:sp>
        <p:nvSpPr>
          <p:cNvPr id="129" name="TextBox 56"/>
          <p:cNvSpPr txBox="1"/>
          <p:nvPr/>
        </p:nvSpPr>
        <p:spPr>
          <a:xfrm>
            <a:off x="1056894" y="6179185"/>
            <a:ext cx="1065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  <a:latin typeface="思源黑体"/>
                <a:ea typeface="思源黑体"/>
                <a:cs typeface="思源黑体"/>
              </a:defRPr>
            </a:pPr>
            <a:r>
              <a:rPr sz="1000" b="0">
                <a:solidFill>
                  <a:srgbClr val="000000"/>
                </a:solidFill>
                <a:latin typeface="思源黑体"/>
                <a:ea typeface="思源黑体"/>
                <a:cs typeface="思源黑体"/>
              </a:rPr>
              <a:t>现有文献在可部署机构、自主对接、两栖移动与系统集成四大领域各有突破，</a:t>
            </a:r>
            <a:endParaRPr sz="1100" b="0">
              <a:solidFill>
                <a:srgbClr val="000000"/>
              </a:solidFill>
              <a:latin typeface="思源黑体" panose="020B0503020204020204" charset="-122"/>
              <a:ea typeface="思源黑体" panose="020B0503020204020204" charset="-122"/>
              <a:cs typeface="思源黑体"/>
            </a:endParaRPr>
          </a:p>
        </p:txBody>
      </p:sp>
      <p:sp>
        <p:nvSpPr>
          <p:cNvPr id="130" name="TextBox 57"/>
          <p:cNvSpPr txBox="1"/>
          <p:nvPr/>
        </p:nvSpPr>
        <p:spPr>
          <a:xfrm>
            <a:off x="1056894" y="6416929"/>
            <a:ext cx="10650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80" b="0">
                <a:solidFill>
                  <a:srgbClr val="2E75B6"/>
                </a:solidFill>
                <a:latin typeface="思源黑体"/>
                <a:ea typeface="思源黑体"/>
                <a:cs typeface="思源黑体"/>
              </a:defRPr>
            </a:pPr>
            <a:r>
              <a:rPr sz="980" b="0">
                <a:solidFill>
                  <a:srgbClr val="2E75B6"/>
                </a:solidFill>
                <a:latin typeface="思源黑体"/>
                <a:ea typeface="思源黑体"/>
                <a:cs typeface="思源黑体"/>
              </a:rPr>
              <a:t>但尚无面向洪涝灾后应急配送场景的“中心基站塔”全系统集成方案</a:t>
            </a:r>
            <a:endParaRPr sz="1000" b="0">
              <a:solidFill>
                <a:srgbClr val="2E75B6"/>
              </a:solidFill>
              <a:latin typeface="思源黑体" panose="020B0503020204020204" charset="-122"/>
              <a:ea typeface="思源黑体" panose="020B0503020204020204" charset="-122"/>
              <a:cs typeface="思源黑体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oZGlkIjoiNzQ2ZTc2YjY2NGJlOTBhOTRlYjhlNmM0MGRjNjgwNmY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思源黑体"/>
        <a:ea typeface="思源黑体"/>
        <a:cs typeface="思源黑体"/>
        <a:font script="Jpan" typeface="ＭＳ ゴシック"/>
        <a:font script="Hang" typeface="굴림"/>
        <a:font script="Hans" typeface="思源黑体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思源黑体"/>
        <a:ea typeface="思源黑体"/>
        <a:cs typeface="思源黑体"/>
        <a:font script="Jpan" typeface="ＭＳ ゴシック"/>
        <a:font script="Hang" typeface="굴림"/>
        <a:font script="Hans" typeface="思源黑体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思源黑体"/>
        <a:ea typeface="思源黑体"/>
        <a:cs typeface="思源黑体"/>
        <a:font script="Jpan" typeface="ＭＳ Ｐゴシック"/>
        <a:font script="Hang" typeface="맑은 고딕"/>
        <a:font script="Hans" typeface="思源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"/>
        <a:ea typeface="思源黑体"/>
        <a:cs typeface="思源黑体"/>
        <a:font script="Jpan" typeface="ＭＳ Ｐゴシック"/>
        <a:font script="Hang" typeface="맑은 고딕"/>
        <a:font script="Hans" typeface="思源黑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604</Words>
  <Application>WPS 演示</Application>
  <PresentationFormat>宽屏</PresentationFormat>
  <Paragraphs>94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微软雅黑</vt:lpstr>
      <vt:lpstr>Impact</vt:lpstr>
      <vt:lpstr>方正大黑体_GBK</vt:lpstr>
      <vt:lpstr>Calibri</vt:lpstr>
      <vt:lpstr>Wingdings</vt:lpstr>
      <vt:lpstr>Arial Unicode MS</vt:lpstr>
      <vt:lpstr>金山云技术体</vt:lpstr>
      <vt:lpstr>Arial</vt:lpstr>
      <vt:lpstr>Office 主题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SKY</cp:lastModifiedBy>
  <cp:revision>10</cp:revision>
  <dcterms:created xsi:type="dcterms:W3CDTF">2024-08-14T20:03:00Z</dcterms:created>
  <dcterms:modified xsi:type="dcterms:W3CDTF">2026-09-01T08:40:44Z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B75C98F4C40948689CB49D1002CA5FAC</vt:lpwstr>
  </property>
</Properties>
</file>