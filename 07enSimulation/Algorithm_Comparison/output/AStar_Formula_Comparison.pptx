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d72b684c44d36" /><Relationship Type="http://schemas.openxmlformats.org/officeDocument/2006/relationships/extended-properties" Target="/docProps/app.xml" Id="R3c463912f2034543" /><Relationship Type="http://schemas.openxmlformats.org/officeDocument/2006/relationships/officeDocument" Target="/ppt/presentation.xml" Id="R623141a39cc942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c46524e754c9e"/>
  </p:sldMasterIdLst>
  <p:notesMasterIdLst>
    <p:notesMasterId xmlns:r="http://schemas.openxmlformats.org/officeDocument/2006/relationships" r:id="R2ab4f6e409f348f2"/>
  </p:notesMasterIdLst>
  <p:sldIdLst>
    <p:sldId xmlns:r="http://schemas.openxmlformats.org/officeDocument/2006/relationships" id="256" r:id="R9ed2fc60fcc343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a05d4bc25e45fe" /><Relationship Type="http://schemas.openxmlformats.org/officeDocument/2006/relationships/slideMaster" Target="/ppt/slideMasters/slideMaster1.xml" Id="Reeec46524e754c9e" /><Relationship Type="http://schemas.openxmlformats.org/officeDocument/2006/relationships/notesMaster" Target="/ppt/notesMasters/notesMaster1.xml" Id="R2ab4f6e409f348f2" /><Relationship Type="http://schemas.openxmlformats.org/officeDocument/2006/relationships/presProps" Target="/ppt/presProps.xml" Id="R145d447c5f1844b1" /><Relationship Type="http://schemas.openxmlformats.org/officeDocument/2006/relationships/tableStyles" Target="/ppt/tableStyles.xml" Id="Rc3b5aa2ba86e4b01" /><Relationship Type="http://schemas.openxmlformats.org/officeDocument/2006/relationships/slide" Target="/ppt/slides/slide1.xml" Id="R9ed2fc60fcc343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100104207b4d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fc1daf5ea94bc9" /><Relationship Type="http://schemas.openxmlformats.org/officeDocument/2006/relationships/notesMaster" Target="/ppt/notesMasters/notesMaster1.xml" Id="Rb99e4dc4b8dd48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公式对应当前项目 F:/gugugaga/07enSimulation/_v2/Assets/Rescue/Scripts/RescueNavigation.cs 的 Plan 方法。求和范围为起点到当前节点 n 的路径边，d_i 是每段行驶方向单位向量。边代价为 step.magnitude*(1+Max(0,-Dot(flow,step.normalized))/.04f)。逆流提高代价，顺流不额外奖励。g 和 g′ 分别表示搜索过程中已知的最小累计距离代价和流场加权代价。两种形式都保留 f=g+h 框架和欧氏距离启发式。这里的传统基线选用距离代价，A* 本身也允许其他代价函数。船体占用、水深、其他船和漂浮物约束在 Walkable 等函数中处理，不是额外虚构的公式惩罚项。RescueMission.cs 的 Navigate 约每1.2秒或路径为空时重新规划。传统 A* 能绕开已知障碍，图中公式并不意味着传统 A* 不具备避障能力。流场加权距离不是实际能耗或航行时间。A* 原始文献：Hart, Nilsson, Raphael (1968), https://ai.stanford.edu/~nilsson/OnlinePubs-Nils/PublishedPapers/astar.pdf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3f043f5504c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6f5701ea254b09" /><Relationship Type="http://schemas.openxmlformats.org/officeDocument/2006/relationships/slideLayout" Target="/ppt/slideLayouts/slideLayout1.xml" Id="R029e3897c30447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e3897c30447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781f4f060442d" /><Relationship Type="http://schemas.openxmlformats.org/officeDocument/2006/relationships/notesSlide" Target="/ppt/notesSlides/notesSlide1.xml" Id="R81bcf707f91e4d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59777-2F89-438C-974B-445F113B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传统 A* 与改进 A*：公式对比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95554-0C36-4F3B-986F-93B48346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传统 A*（距离代价）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BB4E0-70EF-40D4-BB0B-4FB77C5E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2F3D"/>
                </a:solidFill>
                <a:latin typeface="Microsoft YaHei"/>
                <a:ea typeface="Microsoft YaHei"/>
                <a:cs typeface="Microsoft YaHei"/>
              </a:rPr>
              <a:t>f(n) = g(n) + h(n)       g(n) = Σ Δsᵢ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07499-5438-447E-A097-3E3461AF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改进 A*（加入逆流惩罚）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4BE51-BAF0-45E2-9B4F-11C4F9C1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f′(n) = g′(n) + h(n)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4E6F9-5BCD-4B38-A3F6-959E9FF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g′(n) = Σ Δsᵢ × [1 + max(0, −vᵢ · dᵢ) / v₀]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2F2B7-1D95-4654-B7DB-1E839F90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Δsᵢ：每段距离    vᵢ：当地流速    dᵢ：行驶方向单位向量</a:t>
            </a:r>
          </a:p>
          <a:p xmlns:a="http://schemas.openxmlformats.org/drawingml/2006/main">
            <a:pPr>
              <a:defRPr sz="18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A76"/>
                </a:solidFill>
                <a:latin typeface="Microsoft YaHei"/>
                <a:ea typeface="Microsoft YaHei"/>
                <a:cs typeface="Microsoft YaHei"/>
              </a:rPr>
              <a:t>v₀ = 0.04 m/s：惩罚尺度    h(n)：到终点的欧氏距离（保持不变）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8C8FC-7738-498E-956B-C89A7320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0"/>
                </a:solidFill>
                <a:latin typeface="Microsoft YaHei"/>
                <a:ea typeface="Microsoft YaHei"/>
                <a:cs typeface="Microsoft YaHei"/>
              </a:rPr>
              <a:t>变化：累计代价增加逆流惩罚。避障通过通行约束与在线重规划实现。</a:t>
            </a:r>
          </a:p>
        </p:txBody>
      </p:sp>
    </p:spTree>
    <p:extLst>
      <p:ext uri="{BB962C8B-B14F-4D97-AF65-F5344CB8AC3E}">
        <p14:creationId xmlns:p14="http://schemas.microsoft.com/office/powerpoint/2010/main" val="1101895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2026-09-10T08:44:51.9090000Z</dcterms:created>
  <dcterms:modified xsi:type="dcterms:W3CDTF">2026-09-10T08:44:51.9090000Z</dcterms:modified>
</coreProperties>
</file>